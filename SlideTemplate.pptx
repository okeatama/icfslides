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  <p:sldId id="276" r:id="rId20"/>
    <p:sldId id="277" r:id="rId21"/>
    <p:sldId id="278" r:id="rId22"/>
    <p:sldId id="280" r:id="rId23"/>
    <p:sldId id="281" r:id="rId24"/>
    <p:sldId id="282" r:id="rId25"/>
    <p:sldId id="283" r:id="rId26"/>
    <p:sldId id="284" r:id="rId27"/>
    <p:sldId id="285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35" r:id="rId61"/>
    <p:sldId id="322" r:id="rId62"/>
    <p:sldId id="326" r:id="rId63"/>
    <p:sldId id="327" r:id="rId64"/>
    <p:sldId id="328" r:id="rId65"/>
    <p:sldId id="329" r:id="rId66"/>
    <p:sldId id="330" r:id="rId67"/>
    <p:sldId id="331" r:id="rId68"/>
    <p:sldId id="333" r:id="rId69"/>
    <p:sldId id="334" r:id="rId70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199">
          <p15:clr>
            <a:srgbClr val="A4A3A4"/>
          </p15:clr>
        </p15:guide>
        <p15:guide id="2" pos="624">
          <p15:clr>
            <a:srgbClr val="A4A3A4"/>
          </p15:clr>
        </p15:guide>
        <p15:guide id="3" orient="horz" pos="677">
          <p15:clr>
            <a:srgbClr val="A4A3A4"/>
          </p15:clr>
        </p15:guide>
        <p15:guide id="4" orient="horz" pos="5757">
          <p15:clr>
            <a:srgbClr val="A4A3A4"/>
          </p15:clr>
        </p15:guide>
        <p15:guide id="5" pos="10908">
          <p15:clr>
            <a:srgbClr val="A4A3A4"/>
          </p15:clr>
        </p15:guide>
        <p15:guide id="6" orient="horz" pos="1752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5" roundtripDataSignature="AMtx7mhEEYSn9Becid7DHJCo/gqQC4Ta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1440"/>
    <a:srgbClr val="4848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1199"/>
        <p:guide pos="624"/>
        <p:guide orient="horz" pos="677"/>
        <p:guide orient="horz" pos="5757"/>
        <p:guide pos="10908"/>
        <p:guide orient="horz" pos="1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85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0" name="Google Shape;27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" name="Google Shape;27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5" name="Google Shape;30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" name="Google Shape;32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6" name="Google Shape;33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2" name="Google Shape;37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cc1941214_0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g39cc1941214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0" name="Google Shape;39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6" name="Google Shape;39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5" name="Google Shape;40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4" name="Google Shape;41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9" name="Google Shape;42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0" name="Google Shape;44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6" name="Google Shape;44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0" name="Google Shape;46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1" name="Google Shape;47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6" name="Google Shape;496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2" name="Google Shape;50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1" name="Google Shape;511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9cc1941214_0_1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7" name="Google Shape;517;g39cc1941214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4" name="Google Shape;52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9cc1941214_0_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2" name="Google Shape;532;g39cc1941214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9" name="Google Shape;53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2" name="Google Shape;552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8" name="Google Shape;55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7" name="Google Shape;567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6" name="Google Shape;576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2" name="Google Shape;58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3" name="Google Shape;593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9" name="Google Shape;599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8" name="Google Shape;608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4" name="Google Shape;614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5" name="Google Shape;625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1" name="Google Shape;631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>
          <a:extLst>
            <a:ext uri="{FF2B5EF4-FFF2-40B4-BE49-F238E27FC236}">
              <a16:creationId xmlns:a16="http://schemas.microsoft.com/office/drawing/2014/main" id="{2E3EBFA0-D022-CD4F-B8A0-B4C9E1A57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5:notes">
            <a:extLst>
              <a:ext uri="{FF2B5EF4-FFF2-40B4-BE49-F238E27FC236}">
                <a16:creationId xmlns:a16="http://schemas.microsoft.com/office/drawing/2014/main" id="{77D327E5-9C02-0C41-8C15-F8600AF0DC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1" name="Google Shape;631;p65:notes">
            <a:extLst>
              <a:ext uri="{FF2B5EF4-FFF2-40B4-BE49-F238E27FC236}">
                <a16:creationId xmlns:a16="http://schemas.microsoft.com/office/drawing/2014/main" id="{F548ECE8-911C-820F-1581-720EDEC9C4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832726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7" name="Google Shape;647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6" name="Google Shape;676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1" name="Google Shape;681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7" name="Google Shape;687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8" name="Google Shape;698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9" name="Google Shape;709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5" name="Google Shape;715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9cc1941214_0_1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1" name="Google Shape;731;g39cc1941214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1" name="Google Shape;741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8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8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8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8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8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8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8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8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8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8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8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3;p5">
            <a:extLst>
              <a:ext uri="{FF2B5EF4-FFF2-40B4-BE49-F238E27FC236}">
                <a16:creationId xmlns:a16="http://schemas.microsoft.com/office/drawing/2014/main" id="{AFED6C83-7353-7190-227A-2BA95E3A8E8C}"/>
              </a:ext>
            </a:extLst>
          </p:cNvPr>
          <p:cNvSpPr txBox="1"/>
          <p:nvPr userDrawn="1"/>
        </p:nvSpPr>
        <p:spPr>
          <a:xfrm>
            <a:off x="1028699" y="1087448"/>
            <a:ext cx="134721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Birthdays: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04;p5">
            <a:extLst>
              <a:ext uri="{FF2B5EF4-FFF2-40B4-BE49-F238E27FC236}">
                <a16:creationId xmlns:a16="http://schemas.microsoft.com/office/drawing/2014/main" id="{44C82DE4-1E79-615B-2E9C-06590F71FDB3}"/>
              </a:ext>
            </a:extLst>
          </p:cNvPr>
          <p:cNvSpPr txBox="1"/>
          <p:nvPr userDrawn="1"/>
        </p:nvSpPr>
        <p:spPr>
          <a:xfrm>
            <a:off x="1028699" y="7968446"/>
            <a:ext cx="142413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Silahkan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disampaikan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Seksi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Liturgi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Pastor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bagi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mempunyai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Intensi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Khusus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8" name="Google Shape;105;p5">
            <a:extLst>
              <a:ext uri="{FF2B5EF4-FFF2-40B4-BE49-F238E27FC236}">
                <a16:creationId xmlns:a16="http://schemas.microsoft.com/office/drawing/2014/main" id="{021309F3-F065-6EBB-BE9E-A420206F07D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6;p5">
            <a:extLst>
              <a:ext uri="{FF2B5EF4-FFF2-40B4-BE49-F238E27FC236}">
                <a16:creationId xmlns:a16="http://schemas.microsoft.com/office/drawing/2014/main" id="{62D56366-333C-027E-4037-0356965DE90A}"/>
              </a:ext>
            </a:extLst>
          </p:cNvPr>
          <p:cNvSpPr txBox="1"/>
          <p:nvPr userDrawn="1"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SIT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6039BD-54B9-69A6-E864-63376E9CC4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1890713"/>
            <a:ext cx="13963650" cy="5891212"/>
          </a:xfrm>
        </p:spPr>
        <p:txBody>
          <a:bodyPr/>
          <a:lstStyle>
            <a:lvl1pPr>
              <a:buNone/>
              <a:defRPr sz="40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9881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15">
            <a:extLst>
              <a:ext uri="{FF2B5EF4-FFF2-40B4-BE49-F238E27FC236}">
                <a16:creationId xmlns:a16="http://schemas.microsoft.com/office/drawing/2014/main" id="{7135344D-D6EF-9C9D-288B-C5B14E3028AC}"/>
              </a:ext>
            </a:extLst>
          </p:cNvPr>
          <p:cNvSpPr txBox="1"/>
          <p:nvPr userDrawn="1"/>
        </p:nvSpPr>
        <p:spPr>
          <a:xfrm>
            <a:off x="1028698" y="1087448"/>
            <a:ext cx="10946991" cy="42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BACAAN PERTAMA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FIRST READING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221;p15">
            <a:extLst>
              <a:ext uri="{FF2B5EF4-FFF2-40B4-BE49-F238E27FC236}">
                <a16:creationId xmlns:a16="http://schemas.microsoft.com/office/drawing/2014/main" id="{EB614EC9-05EF-E8E5-4FA3-5B5D0F1FA83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22;p15">
            <a:extLst>
              <a:ext uri="{FF2B5EF4-FFF2-40B4-BE49-F238E27FC236}">
                <a16:creationId xmlns:a16="http://schemas.microsoft.com/office/drawing/2014/main" id="{09B61A98-D2A6-4AFF-4908-0A10A7B43EF7}"/>
              </a:ext>
            </a:extLst>
          </p:cNvPr>
          <p:cNvSpPr txBox="1"/>
          <p:nvPr userDrawn="1"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SIT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EC10095-AC26-71FB-4EF7-775E12C803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8700" y="1511300"/>
            <a:ext cx="12250572" cy="815975"/>
          </a:xfrm>
        </p:spPr>
        <p:txBody>
          <a:bodyPr/>
          <a:lstStyle>
            <a:lvl1pPr marL="457200" marR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lvl1pPr>
          </a:lstStyle>
          <a:p>
            <a:pPr marL="457200" marR="0" lvl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pP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[BACAANPERTAMA] </a:t>
            </a:r>
            <a:r>
              <a:rPr lang="en-US" sz="32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([FIRSTREADING]) </a:t>
            </a: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200" b="1" i="0" u="none" strike="noStrike" cap="none" dirty="0" err="1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Chapter:verses</a:t>
            </a: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en-U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8B8417-3139-0EB2-BDF3-87159316B0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8698" y="2806479"/>
            <a:ext cx="7323138" cy="6951669"/>
          </a:xfrm>
        </p:spPr>
        <p:txBody>
          <a:bodyPr/>
          <a:lstStyle>
            <a:lvl1pPr>
              <a:buNone/>
              <a:defRPr sz="4000" b="1">
                <a:solidFill>
                  <a:srgbClr val="48484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C40B9DD-83F8-46A7-7005-A261D8927C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8965" y="2806480"/>
            <a:ext cx="7323138" cy="5613205"/>
          </a:xfrm>
        </p:spPr>
        <p:txBody>
          <a:bodyPr/>
          <a:lstStyle>
            <a:lvl1pPr>
              <a:buNone/>
              <a:defRPr sz="4000">
                <a:solidFill>
                  <a:srgbClr val="7B144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2197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15">
            <a:extLst>
              <a:ext uri="{FF2B5EF4-FFF2-40B4-BE49-F238E27FC236}">
                <a16:creationId xmlns:a16="http://schemas.microsoft.com/office/drawing/2014/main" id="{7135344D-D6EF-9C9D-288B-C5B14E3028AC}"/>
              </a:ext>
            </a:extLst>
          </p:cNvPr>
          <p:cNvSpPr txBox="1"/>
          <p:nvPr userDrawn="1"/>
        </p:nvSpPr>
        <p:spPr>
          <a:xfrm>
            <a:off x="1028698" y="1087448"/>
            <a:ext cx="10946991" cy="42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BACAAN PERTAMA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FIRST READING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221;p15">
            <a:extLst>
              <a:ext uri="{FF2B5EF4-FFF2-40B4-BE49-F238E27FC236}">
                <a16:creationId xmlns:a16="http://schemas.microsoft.com/office/drawing/2014/main" id="{EB614EC9-05EF-E8E5-4FA3-5B5D0F1FA83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22;p15">
            <a:extLst>
              <a:ext uri="{FF2B5EF4-FFF2-40B4-BE49-F238E27FC236}">
                <a16:creationId xmlns:a16="http://schemas.microsoft.com/office/drawing/2014/main" id="{09B61A98-D2A6-4AFF-4908-0A10A7B43EF7}"/>
              </a:ext>
            </a:extLst>
          </p:cNvPr>
          <p:cNvSpPr txBox="1"/>
          <p:nvPr userDrawn="1"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SIT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EC10095-AC26-71FB-4EF7-775E12C803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8700" y="1511300"/>
            <a:ext cx="12250572" cy="815975"/>
          </a:xfrm>
        </p:spPr>
        <p:txBody>
          <a:bodyPr/>
          <a:lstStyle>
            <a:lvl1pPr marL="457200" marR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lvl1pPr>
          </a:lstStyle>
          <a:p>
            <a:pPr marL="457200" marR="0" lvl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pP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[BACAANPERTAMA] </a:t>
            </a:r>
            <a:r>
              <a:rPr lang="en-US" sz="32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([FIRSTREADING]) </a:t>
            </a: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200" b="1" i="0" u="none" strike="noStrike" cap="none" dirty="0" err="1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Chapter:verses</a:t>
            </a: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en-U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8B8417-3139-0EB2-BDF3-87159316B0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8698" y="2806479"/>
            <a:ext cx="7323138" cy="6951669"/>
          </a:xfrm>
        </p:spPr>
        <p:txBody>
          <a:bodyPr/>
          <a:lstStyle>
            <a:lvl1pPr>
              <a:buNone/>
              <a:defRPr sz="4000" b="1">
                <a:solidFill>
                  <a:srgbClr val="48484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C40B9DD-83F8-46A7-7005-A261D8927C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8965" y="2806480"/>
            <a:ext cx="7323138" cy="5613205"/>
          </a:xfrm>
        </p:spPr>
        <p:txBody>
          <a:bodyPr/>
          <a:lstStyle>
            <a:lvl1pPr>
              <a:buNone/>
              <a:defRPr sz="4000">
                <a:solidFill>
                  <a:srgbClr val="7B144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4801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15">
            <a:extLst>
              <a:ext uri="{FF2B5EF4-FFF2-40B4-BE49-F238E27FC236}">
                <a16:creationId xmlns:a16="http://schemas.microsoft.com/office/drawing/2014/main" id="{7135344D-D6EF-9C9D-288B-C5B14E3028AC}"/>
              </a:ext>
            </a:extLst>
          </p:cNvPr>
          <p:cNvSpPr txBox="1"/>
          <p:nvPr userDrawn="1"/>
        </p:nvSpPr>
        <p:spPr>
          <a:xfrm>
            <a:off x="1028698" y="1087448"/>
            <a:ext cx="10946991" cy="42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BACAAN KEDUA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SECOND READING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221;p15">
            <a:extLst>
              <a:ext uri="{FF2B5EF4-FFF2-40B4-BE49-F238E27FC236}">
                <a16:creationId xmlns:a16="http://schemas.microsoft.com/office/drawing/2014/main" id="{EB614EC9-05EF-E8E5-4FA3-5B5D0F1FA83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22;p15">
            <a:extLst>
              <a:ext uri="{FF2B5EF4-FFF2-40B4-BE49-F238E27FC236}">
                <a16:creationId xmlns:a16="http://schemas.microsoft.com/office/drawing/2014/main" id="{09B61A98-D2A6-4AFF-4908-0A10A7B43EF7}"/>
              </a:ext>
            </a:extLst>
          </p:cNvPr>
          <p:cNvSpPr txBox="1"/>
          <p:nvPr userDrawn="1"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SIT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EC10095-AC26-71FB-4EF7-775E12C803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8700" y="1511300"/>
            <a:ext cx="12250572" cy="815975"/>
          </a:xfrm>
        </p:spPr>
        <p:txBody>
          <a:bodyPr/>
          <a:lstStyle>
            <a:lvl1pPr marL="457200" marR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lvl1pPr>
          </a:lstStyle>
          <a:p>
            <a:pPr marL="457200" marR="0" lvl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pP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[BACAANKEDUA] </a:t>
            </a:r>
            <a:r>
              <a:rPr lang="en-US" sz="32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([SECONDREADING]) </a:t>
            </a: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200" b="1" i="0" u="none" strike="noStrike" cap="none" dirty="0" err="1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Chapter:verses</a:t>
            </a: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en-U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8B8417-3139-0EB2-BDF3-87159316B0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8698" y="2806479"/>
            <a:ext cx="7323138" cy="6951669"/>
          </a:xfrm>
        </p:spPr>
        <p:txBody>
          <a:bodyPr/>
          <a:lstStyle>
            <a:lvl1pPr>
              <a:buNone/>
              <a:defRPr sz="4000" b="1">
                <a:solidFill>
                  <a:srgbClr val="48484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C40B9DD-83F8-46A7-7005-A261D8927C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8965" y="2806480"/>
            <a:ext cx="7323138" cy="5613205"/>
          </a:xfrm>
        </p:spPr>
        <p:txBody>
          <a:bodyPr/>
          <a:lstStyle>
            <a:lvl1pPr>
              <a:buNone/>
              <a:defRPr sz="4000">
                <a:solidFill>
                  <a:srgbClr val="7B144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8951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15">
            <a:extLst>
              <a:ext uri="{FF2B5EF4-FFF2-40B4-BE49-F238E27FC236}">
                <a16:creationId xmlns:a16="http://schemas.microsoft.com/office/drawing/2014/main" id="{7135344D-D6EF-9C9D-288B-C5B14E3028AC}"/>
              </a:ext>
            </a:extLst>
          </p:cNvPr>
          <p:cNvSpPr txBox="1"/>
          <p:nvPr userDrawn="1"/>
        </p:nvSpPr>
        <p:spPr>
          <a:xfrm>
            <a:off x="1028698" y="1087448"/>
            <a:ext cx="10946991" cy="42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BACAAN INJIL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GOSPEL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221;p15">
            <a:extLst>
              <a:ext uri="{FF2B5EF4-FFF2-40B4-BE49-F238E27FC236}">
                <a16:creationId xmlns:a16="http://schemas.microsoft.com/office/drawing/2014/main" id="{EB614EC9-05EF-E8E5-4FA3-5B5D0F1FA83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22;p15">
            <a:extLst>
              <a:ext uri="{FF2B5EF4-FFF2-40B4-BE49-F238E27FC236}">
                <a16:creationId xmlns:a16="http://schemas.microsoft.com/office/drawing/2014/main" id="{09B61A98-D2A6-4AFF-4908-0A10A7B43EF7}"/>
              </a:ext>
            </a:extLst>
          </p:cNvPr>
          <p:cNvSpPr txBox="1"/>
          <p:nvPr userDrawn="1"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SIT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EC10095-AC26-71FB-4EF7-775E12C803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8700" y="1511300"/>
            <a:ext cx="12250572" cy="815975"/>
          </a:xfrm>
        </p:spPr>
        <p:txBody>
          <a:bodyPr/>
          <a:lstStyle>
            <a:lvl1pPr marL="457200" marR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lvl1pPr>
          </a:lstStyle>
          <a:p>
            <a:pPr marL="457200" marR="0" lvl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pP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[INJIL] </a:t>
            </a:r>
            <a:r>
              <a:rPr lang="en-US" sz="32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([GOSPEL]) </a:t>
            </a: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200" b="1" i="0" u="none" strike="noStrike" cap="none" dirty="0" err="1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Chapter:verses</a:t>
            </a: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en-U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8B8417-3139-0EB2-BDF3-87159316B0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8698" y="2806479"/>
            <a:ext cx="7323138" cy="6951669"/>
          </a:xfrm>
        </p:spPr>
        <p:txBody>
          <a:bodyPr/>
          <a:lstStyle>
            <a:lvl1pPr>
              <a:buNone/>
              <a:defRPr sz="4000" b="1">
                <a:solidFill>
                  <a:srgbClr val="48484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C40B9DD-83F8-46A7-7005-A261D8927C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8965" y="2806480"/>
            <a:ext cx="7323138" cy="5613205"/>
          </a:xfrm>
        </p:spPr>
        <p:txBody>
          <a:bodyPr/>
          <a:lstStyle>
            <a:lvl1pPr>
              <a:buNone/>
              <a:defRPr sz="4000">
                <a:solidFill>
                  <a:srgbClr val="7B144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345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175" y="3188250"/>
            <a:ext cx="182880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WELCOME TO</a:t>
            </a:r>
            <a:endParaRPr sz="64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INDONESIAN CATHOLIC FAMILY</a:t>
            </a:r>
            <a:endParaRPr sz="6400" b="1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BRISBANE - GOLD COAST</a:t>
            </a:r>
            <a:endParaRPr sz="64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0538079" y="6394675"/>
            <a:ext cx="4542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[DD] [MMMM] [YYYY]</a:t>
            </a:r>
            <a:endParaRPr sz="1400" b="0" i="0" u="none" strike="noStrike" cap="none" dirty="0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1"/>
          <p:cNvCxnSpPr/>
          <p:nvPr/>
        </p:nvCxnSpPr>
        <p:spPr>
          <a:xfrm>
            <a:off x="7282775" y="6615075"/>
            <a:ext cx="4088100" cy="0"/>
          </a:xfrm>
          <a:prstGeom prst="straightConnector1">
            <a:avLst/>
          </a:prstGeom>
          <a:noFill/>
          <a:ln w="19050" cap="flat" cmpd="sng">
            <a:solidFill>
              <a:srgbClr val="7B144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p1"/>
          <p:cNvSpPr txBox="1"/>
          <p:nvPr/>
        </p:nvSpPr>
        <p:spPr>
          <a:xfrm>
            <a:off x="3284577" y="6394675"/>
            <a:ext cx="492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rgbClr val="7B1440"/>
                </a:solidFill>
              </a:rPr>
              <a:t>[</a:t>
            </a:r>
            <a:r>
              <a:rPr lang="en-US" sz="28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MASS TITLE]</a:t>
            </a:r>
            <a:endParaRPr lang="en-US" sz="1400" b="0" i="0" u="none" strike="noStrike" cap="none" dirty="0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900313" y="8616375"/>
            <a:ext cx="1048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Mohon menjaga keheningan dan aktifkan mode diam pada gawai Anda.</a:t>
            </a:r>
            <a:endParaRPr sz="14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Please observe silence and put your devices on silent mode.</a:t>
            </a:r>
            <a:endParaRPr sz="14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80350" y="1074761"/>
            <a:ext cx="2305050" cy="81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title="aob-horizontal-crest-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02600" y="1074750"/>
            <a:ext cx="2488596" cy="817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 txBox="1"/>
          <p:nvPr/>
        </p:nvSpPr>
        <p:spPr>
          <a:xfrm>
            <a:off x="1028699" y="1087448"/>
            <a:ext cx="134721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Birthdays: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1028700" y="1890050"/>
            <a:ext cx="14241300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Bagi Mereka yang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berulang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tahun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pada [Monday date] – </a:t>
            </a:r>
            <a:r>
              <a:rPr lang="en-US" sz="4000" b="1" dirty="0">
                <a:solidFill>
                  <a:srgbClr val="484848"/>
                </a:solidFill>
              </a:rPr>
              <a:t>[Mass date]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Silahkan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disampaikan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Seksi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Liturgi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Pastor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bagi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mempunyai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Intensi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Khusus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SIT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1028699" y="1087448"/>
            <a:ext cx="13472100" cy="95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LAGU PEMBUKA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ENTRANCE HYMN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PS [Numb] [TITLE]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028700" y="2806480"/>
            <a:ext cx="134721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[Lyrics]</a:t>
            </a:r>
          </a:p>
        </p:txBody>
      </p:sp>
      <p:pic>
        <p:nvPicPr>
          <p:cNvPr id="113" name="Google Shape;11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3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/>
        </p:nvSpPr>
        <p:spPr>
          <a:xfrm>
            <a:off x="990600" y="1182078"/>
            <a:ext cx="6888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TANDA SALIB DAN SALAM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SIGN OF THE CROSS AND GREETINGS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1036886" y="2806480"/>
            <a:ext cx="350700" cy="5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616827" y="2806480"/>
            <a:ext cx="6888000" cy="6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Dalam nama Bapa, dan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Putera, dan Roh Kudus.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Amin.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Rahmat Tuhan kita Yesus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Kristus, cinta kasih Allah, </a:t>
            </a: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dan persekutuan Roh Kudus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bersamamu.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Dan bersama rohmu.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8817227" y="2806480"/>
            <a:ext cx="370800" cy="5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9407272" y="2806480"/>
            <a:ext cx="7843800" cy="5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In the name of the Father, and of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the Son, and of the Holy Spirit.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Amen.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The grace of our Lord Jesus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Christ, and the love of God,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and the communion of the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Holy Spirit be with you all.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And with your spirit.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8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/>
          <p:nvPr/>
        </p:nvSpPr>
        <p:spPr>
          <a:xfrm>
            <a:off x="990600" y="1182078"/>
            <a:ext cx="6888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TOBAT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PENITENTIAL ACT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1028700" y="2806480"/>
            <a:ext cx="7476000" cy="58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Saya mengaku</a:t>
            </a: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Kepada Allah yang Mahakuasa, dan kepada Saudara sekalian, bahwa saya telah berdosa, dengan pikiran dan perkataan, dengan perbuatan dan kelalaian.</a:t>
            </a:r>
            <a:endParaRPr sz="36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[Sambil menebah dada sendiri]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sng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Saya berdosa, saya berdosa, saya sungguh berdosa.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8827331" y="2806480"/>
            <a:ext cx="7476000" cy="6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I confess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to almighty God and to you, my brothers and sisters, that I have greatly sinned, in my thoughts and in my words, in what I have done and in what I have failed to do.</a:t>
            </a:r>
            <a:endParaRPr sz="36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[While striking the breast]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sng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through my fault, through my fault, through my most grievous fault.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 txBox="1"/>
          <p:nvPr/>
        </p:nvSpPr>
        <p:spPr>
          <a:xfrm>
            <a:off x="990600" y="1182078"/>
            <a:ext cx="6888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TOBAT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PENITENTIAL ACT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/>
          <p:nvPr/>
        </p:nvSpPr>
        <p:spPr>
          <a:xfrm>
            <a:off x="1028700" y="2806480"/>
            <a:ext cx="7476000" cy="43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Oleh sebab itu, saya mohon kepada Santa Perawan Maria, kepada para malaikat dan orang kudus, dan kepada Saudara sekalian, supaya mendoakan saya pada Allah, Tuhan kita.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8827331" y="2806480"/>
            <a:ext cx="7476000" cy="30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Therefore, I ask blessed Mary ever-Virgin, all the Angels and Saints, and you, my brothers and sisters, to pray for me to the Lord our God.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4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/>
        </p:nvSpPr>
        <p:spPr>
          <a:xfrm>
            <a:off x="1028699" y="2806480"/>
            <a:ext cx="6925200" cy="51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Tuhan kasihanilah kami,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Tuhan kasihanilah kami</a:t>
            </a:r>
            <a:r>
              <a:rPr lang="en-US" sz="4000" b="1">
                <a:solidFill>
                  <a:srgbClr val="484848"/>
                </a:solidFill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Kristus kasihanilah kami,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Kristus kasihanilah kami</a:t>
            </a:r>
            <a:r>
              <a:rPr lang="en-US" sz="4000" b="1">
                <a:solidFill>
                  <a:srgbClr val="484848"/>
                </a:solidFill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Tuhan kasihanilah kami</a:t>
            </a:r>
            <a:r>
              <a:rPr lang="en-US" sz="4000" b="1">
                <a:solidFill>
                  <a:srgbClr val="484848"/>
                </a:solidFill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Tuhan kasihanilah kami</a:t>
            </a:r>
            <a:r>
              <a:rPr lang="en-US" sz="4000" b="1">
                <a:solidFill>
                  <a:srgbClr val="484848"/>
                </a:solidFill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8827331" y="2806480"/>
            <a:ext cx="7476000" cy="53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Lord have mercy</a:t>
            </a:r>
            <a:r>
              <a:rPr lang="en-US" sz="4000">
                <a:solidFill>
                  <a:srgbClr val="7B1440"/>
                </a:solidFill>
              </a:rPr>
              <a:t>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Lord have mercy.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Christ have mercy</a:t>
            </a:r>
            <a:r>
              <a:rPr lang="en-US" sz="4000">
                <a:solidFill>
                  <a:srgbClr val="7B1440"/>
                </a:solidFill>
              </a:rPr>
              <a:t>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Christ have mercy.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Lord have mercy</a:t>
            </a:r>
            <a:r>
              <a:rPr lang="en-US" sz="4000">
                <a:solidFill>
                  <a:srgbClr val="7B1440"/>
                </a:solidFill>
              </a:rPr>
              <a:t>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Lord have mercy</a:t>
            </a:r>
            <a:r>
              <a:rPr lang="en-US" sz="4000">
                <a:solidFill>
                  <a:srgbClr val="7B1440"/>
                </a:solidFill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1028699" y="1087448"/>
            <a:ext cx="10408558" cy="95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TUHAN KASIHANILAH KAMI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LORD HAVE MERCY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PS [num]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9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/>
        </p:nvSpPr>
        <p:spPr>
          <a:xfrm>
            <a:off x="1028699" y="2806480"/>
            <a:ext cx="6925200" cy="6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I: Kemuliaan kepada Allah di surga.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Dan damai di bumi, dan damai di bumi kepada orang yang berkenan padaNya.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Kami memuji Dikau</a:t>
            </a:r>
            <a:r>
              <a:rPr lang="en-US" sz="4000" b="1">
                <a:solidFill>
                  <a:srgbClr val="484848"/>
                </a:solidFill>
              </a:rPr>
              <a:t>.</a:t>
            </a: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kami meluhurkan Dikau</a:t>
            </a:r>
            <a:r>
              <a:rPr lang="en-US" sz="4000" b="1">
                <a:solidFill>
                  <a:srgbClr val="484848"/>
                </a:solidFill>
              </a:rPr>
              <a:t>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Kami menyembah Dikau,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kami memuliakan Dikau.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8827331" y="2806480"/>
            <a:ext cx="7476000" cy="5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P: Glory to God in the highest,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And on earth, and on earth, peace to people of good will.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We praise you,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We bless you,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We adore you,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We glorify you.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1028699" y="1087448"/>
            <a:ext cx="10408558" cy="95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KEMULIAAN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GLORIA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PS [num]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0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/>
          <p:nvPr/>
        </p:nvSpPr>
        <p:spPr>
          <a:xfrm>
            <a:off x="1028699" y="2806480"/>
            <a:ext cx="6925200" cy="49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>
                <a:solidFill>
                  <a:srgbClr val="484848"/>
                </a:solidFill>
              </a:rPr>
              <a:t>K</a:t>
            </a: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ami bersyukur padaMu, kar</a:t>
            </a:r>
            <a:r>
              <a:rPr lang="en-US" sz="4000" b="1">
                <a:solidFill>
                  <a:srgbClr val="484848"/>
                </a:solidFill>
              </a:rPr>
              <a:t>’</a:t>
            </a: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na kemuliaanMu yang besar</a:t>
            </a:r>
            <a:r>
              <a:rPr lang="en-US" sz="4000" b="1">
                <a:solidFill>
                  <a:srgbClr val="484848"/>
                </a:solidFill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Ya Tuhan Allah, Raja Surgawi, Allah Bapa yang Maha Kuasa.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Ya Tuhan Yesus Kristus, Putra yang tunggal.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8827331" y="2806480"/>
            <a:ext cx="74760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We give thanks for your great glory, for your great glory!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Lord God, heavenly King, O God, almighty father.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Lord Jesus Christ, Only Begotten Son,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1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1"/>
          <p:cNvSpPr txBox="1"/>
          <p:nvPr/>
        </p:nvSpPr>
        <p:spPr>
          <a:xfrm>
            <a:off x="1028699" y="1087448"/>
            <a:ext cx="10408558" cy="95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KEMULIAAN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GLORIA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PS [num]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1028699" y="2806480"/>
            <a:ext cx="6925200" cy="6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Ya Tuhan Allah, Anak Domba Allah, Putra Bapa.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Engkau yang menghapus dosa dunia, kasihanilah kami.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Engkau yang menghapus dosa dunia, kabulkanlah doa kami.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Engkau yang duduk di sisi Bapa, kasihanilah kami.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8827331" y="2806480"/>
            <a:ext cx="7476000" cy="49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Lord God, Lamb of God, Son of the Father.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You take away the sins of the world, have mercy on us;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You take away the sins of the world, receive our prayer;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You are seated at the right hand of the Father, have mercy on us.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1028699" y="1087448"/>
            <a:ext cx="10408558" cy="95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KEMULIAAN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GLORIA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PS [num]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"/>
          <p:cNvSpPr txBox="1"/>
          <p:nvPr/>
        </p:nvSpPr>
        <p:spPr>
          <a:xfrm>
            <a:off x="1028699" y="2806480"/>
            <a:ext cx="6925200" cy="5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Kar</a:t>
            </a:r>
            <a:r>
              <a:rPr lang="en-US" sz="4000" b="1">
                <a:solidFill>
                  <a:srgbClr val="484848"/>
                </a:solidFill>
              </a:rPr>
              <a:t>’</a:t>
            </a: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na hanya Engkaulah kudus,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hanya Engkaulah Tuhan.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Hanya Engkaulah Maha Tinggi, ya Yesus Kristus.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Bersama dengan Roh Kudus, dalam kemuliaan Allah Bapa</a:t>
            </a:r>
            <a:r>
              <a:rPr lang="en-US" sz="4000" b="1">
                <a:solidFill>
                  <a:srgbClr val="484848"/>
                </a:solidFill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Amin.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8827331" y="2806480"/>
            <a:ext cx="7476000" cy="43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For you alone are the Holy One,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you alone are the Lord,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you alone are the Most High, Jesus Christ.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With the Holy Spirit, in the glory of God the Father.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Amen.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3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1028699" y="1087448"/>
            <a:ext cx="10408558" cy="95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KEMULIAAN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GLORIA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PS [num]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6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"/>
          <p:cNvSpPr txBox="1"/>
          <p:nvPr/>
        </p:nvSpPr>
        <p:spPr>
          <a:xfrm>
            <a:off x="1028699" y="2806480"/>
            <a:ext cx="70848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Bacaan</a:t>
            </a:r>
            <a:r>
              <a:rPr lang="en-US" sz="4000" b="1" dirty="0" err="1">
                <a:solidFill>
                  <a:srgbClr val="484848"/>
                </a:solidFill>
              </a:rPr>
              <a:t>Indo</a:t>
            </a:r>
            <a:r>
              <a:rPr lang="en-US" sz="4000" b="1" dirty="0">
                <a:solidFill>
                  <a:srgbClr val="484848"/>
                </a:solidFill>
              </a:rPr>
              <a:t>]</a:t>
            </a:r>
            <a:endParaRPr dirty="0"/>
          </a:p>
        </p:txBody>
      </p:sp>
      <p:sp>
        <p:nvSpPr>
          <p:cNvPr id="219" name="Google Shape;219;p15"/>
          <p:cNvSpPr txBox="1"/>
          <p:nvPr/>
        </p:nvSpPr>
        <p:spPr>
          <a:xfrm>
            <a:off x="8827331" y="2806480"/>
            <a:ext cx="7476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4000" b="0" i="0" u="none" strike="noStrike" cap="none" dirty="0" err="1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ReadingEnglish</a:t>
            </a:r>
            <a:r>
              <a:rPr lang="en-US" sz="40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dirty="0"/>
          </a:p>
        </p:txBody>
      </p:sp>
      <p:sp>
        <p:nvSpPr>
          <p:cNvPr id="220" name="Google Shape;220;p15"/>
          <p:cNvSpPr txBox="1"/>
          <p:nvPr/>
        </p:nvSpPr>
        <p:spPr>
          <a:xfrm>
            <a:off x="1028698" y="1087448"/>
            <a:ext cx="10946991" cy="148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BACAAN PERTAMA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FIRST READING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[BACAANPERTAMA] </a:t>
            </a:r>
            <a:r>
              <a:rPr lang="en-US" sz="3449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([FIRSTREADING])</a:t>
            </a: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[</a:t>
            </a:r>
            <a:r>
              <a:rPr lang="en-US" sz="3449" b="1" i="0" u="none" strike="noStrike" cap="none" dirty="0" err="1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Chapter:verses</a:t>
            </a: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5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SIT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"/>
          <p:cNvSpPr txBox="1"/>
          <p:nvPr/>
        </p:nvSpPr>
        <p:spPr>
          <a:xfrm>
            <a:off x="1036852" y="2806480"/>
            <a:ext cx="350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1616827" y="2806480"/>
            <a:ext cx="68880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Demikianlah Sabda Tuhan.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Syukur kepada Allah.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8817227" y="2806480"/>
            <a:ext cx="3708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9407272" y="2806480"/>
            <a:ext cx="68880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The word of the Lord.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Thanks be to God.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990600" y="1182078"/>
            <a:ext cx="91404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AKLAMASI SETELAH BACAAN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ACCLAMATION AFTER READING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8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SIT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3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"/>
          <p:cNvSpPr txBox="1"/>
          <p:nvPr/>
        </p:nvSpPr>
        <p:spPr>
          <a:xfrm>
            <a:off x="1028699" y="1087448"/>
            <a:ext cx="10408558" cy="95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MAZMUR TANGGAPAN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RESPONSORIAL PSALM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MAZMUR </a:t>
            </a:r>
            <a:r>
              <a:rPr lang="en-US" sz="34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(PSALM)</a:t>
            </a: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[</a:t>
            </a:r>
            <a:r>
              <a:rPr lang="en-US" sz="3449" b="1" i="0" u="none" strike="noStrike" cap="none" dirty="0" err="1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Chapter:Verses</a:t>
            </a: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1028698" y="5949908"/>
            <a:ext cx="7476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MazmurIndo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8893592" y="5949421"/>
            <a:ext cx="7476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4000" b="0" i="0" u="none" strike="noStrike" cap="none" dirty="0" err="1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PsalmEnglish</a:t>
            </a:r>
            <a:r>
              <a:rPr lang="en-US" sz="40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0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SIT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813" y="2532205"/>
            <a:ext cx="14891769" cy="281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5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/>
        </p:nvSpPr>
        <p:spPr>
          <a:xfrm>
            <a:off x="1028699" y="2806480"/>
            <a:ext cx="70848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BacaanIndo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dirty="0"/>
          </a:p>
        </p:txBody>
      </p:sp>
      <p:sp>
        <p:nvSpPr>
          <p:cNvPr id="279" name="Google Shape;279;p24"/>
          <p:cNvSpPr txBox="1"/>
          <p:nvPr/>
        </p:nvSpPr>
        <p:spPr>
          <a:xfrm>
            <a:off x="8827331" y="2806480"/>
            <a:ext cx="7476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4000" b="0" i="0" u="none" strike="noStrike" cap="none" dirty="0" err="1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ReadingEnglish</a:t>
            </a:r>
            <a:r>
              <a:rPr lang="en-US" sz="40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4000" b="0" i="0" u="none" strike="noStrike" cap="none" dirty="0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1028699" y="1087448"/>
            <a:ext cx="10408558" cy="148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BACAAN KEDUA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SECOND READING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[BACAANKEDUA] </a:t>
            </a:r>
            <a:r>
              <a:rPr lang="en-US" sz="34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([SECONDREADING])</a:t>
            </a: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[</a:t>
            </a:r>
            <a:r>
              <a:rPr lang="en-US" sz="3449" b="1" i="0" u="none" strike="noStrike" cap="none" dirty="0" err="1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Chapter:Verses</a:t>
            </a: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4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SIT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/>
        </p:nvSpPr>
        <p:spPr>
          <a:xfrm>
            <a:off x="1036852" y="2806480"/>
            <a:ext cx="350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9"/>
          <p:cNvSpPr txBox="1"/>
          <p:nvPr/>
        </p:nvSpPr>
        <p:spPr>
          <a:xfrm>
            <a:off x="1616827" y="2806480"/>
            <a:ext cx="68880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Demikianlah Sabda Tuhan.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Syukur kepada Allah.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9"/>
          <p:cNvSpPr txBox="1"/>
          <p:nvPr/>
        </p:nvSpPr>
        <p:spPr>
          <a:xfrm>
            <a:off x="8817227" y="2806480"/>
            <a:ext cx="3708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9"/>
          <p:cNvSpPr txBox="1"/>
          <p:nvPr/>
        </p:nvSpPr>
        <p:spPr>
          <a:xfrm>
            <a:off x="9407272" y="2806480"/>
            <a:ext cx="68880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The word of the Lord.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Thanks be to God.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9"/>
          <p:cNvSpPr txBox="1"/>
          <p:nvPr/>
        </p:nvSpPr>
        <p:spPr>
          <a:xfrm>
            <a:off x="990600" y="1182078"/>
            <a:ext cx="78267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AKLAMASI SETELAH BACAAN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ACCLAMATION AFTER READING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9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SIT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7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31"/>
          <p:cNvPicPr preferRelativeResize="0"/>
          <p:nvPr/>
        </p:nvPicPr>
        <p:blipFill rotWithShape="1">
          <a:blip r:embed="rId3">
            <a:alphaModFix/>
          </a:blip>
          <a:srcRect b="72431"/>
          <a:stretch>
            <a:fillRect/>
          </a:stretch>
        </p:blipFill>
        <p:spPr>
          <a:xfrm>
            <a:off x="1028700" y="1704526"/>
            <a:ext cx="12188650" cy="215955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1"/>
          <p:cNvSpPr txBox="1"/>
          <p:nvPr/>
        </p:nvSpPr>
        <p:spPr>
          <a:xfrm>
            <a:off x="1028699" y="1087448"/>
            <a:ext cx="10408558" cy="42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ALLELUIA </a:t>
            </a: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GOSPEL ACCLAMATION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1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362;p31">
            <a:extLst>
              <a:ext uri="{FF2B5EF4-FFF2-40B4-BE49-F238E27FC236}">
                <a16:creationId xmlns:a16="http://schemas.microsoft.com/office/drawing/2014/main" id="{A2425781-CB78-846E-1617-2BB093A16D51}"/>
              </a:ext>
            </a:extLst>
          </p:cNvPr>
          <p:cNvSpPr txBox="1"/>
          <p:nvPr/>
        </p:nvSpPr>
        <p:spPr>
          <a:xfrm>
            <a:off x="1028699" y="5143500"/>
            <a:ext cx="7476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rgbClr val="484848"/>
                </a:solidFill>
              </a:rPr>
              <a:t>[Ayat]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363;p31">
            <a:extLst>
              <a:ext uri="{FF2B5EF4-FFF2-40B4-BE49-F238E27FC236}">
                <a16:creationId xmlns:a16="http://schemas.microsoft.com/office/drawing/2014/main" id="{66388313-C634-C124-82B3-C42BA463229F}"/>
              </a:ext>
            </a:extLst>
          </p:cNvPr>
          <p:cNvSpPr txBox="1"/>
          <p:nvPr/>
        </p:nvSpPr>
        <p:spPr>
          <a:xfrm>
            <a:off x="8827331" y="5143500"/>
            <a:ext cx="7476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[Acclamation]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8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 txBox="1"/>
          <p:nvPr/>
        </p:nvSpPr>
        <p:spPr>
          <a:xfrm>
            <a:off x="1036852" y="2806480"/>
            <a:ext cx="3507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1616827" y="2806480"/>
            <a:ext cx="68880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Tuhan bersamamu.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Dan bersama rohmu.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Inilah Injil Suci menurut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Lukas.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Dimuliakanlah Tuhan.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3"/>
          <p:cNvSpPr txBox="1"/>
          <p:nvPr/>
        </p:nvSpPr>
        <p:spPr>
          <a:xfrm>
            <a:off x="8817227" y="2806480"/>
            <a:ext cx="3708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3"/>
          <p:cNvSpPr txBox="1"/>
          <p:nvPr/>
        </p:nvSpPr>
        <p:spPr>
          <a:xfrm>
            <a:off x="9407272" y="2806480"/>
            <a:ext cx="68880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The Lord be with you.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And with your spirit.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A reading from the Holy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Gospel according to Luke.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Glory to you, O Lord.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3"/>
          <p:cNvSpPr txBox="1"/>
          <p:nvPr/>
        </p:nvSpPr>
        <p:spPr>
          <a:xfrm>
            <a:off x="990600" y="1182078"/>
            <a:ext cx="6888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AKLAMASI SEBELUM INJIL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ACCLAMATION BEFORE GOSPEL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3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4"/>
          <p:cNvSpPr txBox="1"/>
          <p:nvPr/>
        </p:nvSpPr>
        <p:spPr>
          <a:xfrm>
            <a:off x="1028699" y="2806480"/>
            <a:ext cx="70848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InjilIndo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4"/>
          <p:cNvSpPr txBox="1"/>
          <p:nvPr/>
        </p:nvSpPr>
        <p:spPr>
          <a:xfrm>
            <a:off x="8827331" y="2806480"/>
            <a:ext cx="7476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4000" b="0" i="0" u="none" strike="noStrike" cap="none" dirty="0" err="1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GospelEnglish</a:t>
            </a:r>
            <a:r>
              <a:rPr lang="en-US" sz="40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dirty="0"/>
          </a:p>
        </p:txBody>
      </p:sp>
      <p:sp>
        <p:nvSpPr>
          <p:cNvPr id="340" name="Google Shape;340;p34"/>
          <p:cNvSpPr txBox="1"/>
          <p:nvPr/>
        </p:nvSpPr>
        <p:spPr>
          <a:xfrm>
            <a:off x="1028699" y="1087448"/>
            <a:ext cx="10408558" cy="95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BACAAN INJIL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GOSPEL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[INJIL] </a:t>
            </a:r>
            <a:r>
              <a:rPr lang="en-US" sz="34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([GOSPEL])</a:t>
            </a: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49" b="1" dirty="0">
                <a:solidFill>
                  <a:srgbClr val="7B1440"/>
                </a:solidFill>
              </a:rPr>
              <a:t>[</a:t>
            </a:r>
            <a:r>
              <a:rPr lang="en-US" sz="3449" b="1" dirty="0" err="1">
                <a:solidFill>
                  <a:srgbClr val="7B1440"/>
                </a:solidFill>
              </a:rPr>
              <a:t>Chapter:Verses</a:t>
            </a:r>
            <a:r>
              <a:rPr lang="en-US" sz="3449" b="1" dirty="0">
                <a:solidFill>
                  <a:srgbClr val="7B1440"/>
                </a:solidFill>
              </a:rPr>
              <a:t>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4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5"/>
          <p:cNvSpPr txBox="1"/>
          <p:nvPr/>
        </p:nvSpPr>
        <p:spPr>
          <a:xfrm>
            <a:off x="990600" y="1182078"/>
            <a:ext cx="6888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AKLAMASI SETELAH INJIL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ACCLAMATION AFTER GOSPEL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5"/>
          <p:cNvSpPr txBox="1"/>
          <p:nvPr/>
        </p:nvSpPr>
        <p:spPr>
          <a:xfrm>
            <a:off x="1036852" y="2806480"/>
            <a:ext cx="350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5"/>
          <p:cNvSpPr txBox="1"/>
          <p:nvPr/>
        </p:nvSpPr>
        <p:spPr>
          <a:xfrm>
            <a:off x="1616827" y="2806480"/>
            <a:ext cx="68880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Demikianlah Sabda Tuhan.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Terpujilah Kristus.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5"/>
          <p:cNvSpPr txBox="1"/>
          <p:nvPr/>
        </p:nvSpPr>
        <p:spPr>
          <a:xfrm>
            <a:off x="8817227" y="2806480"/>
            <a:ext cx="3708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5"/>
          <p:cNvSpPr txBox="1"/>
          <p:nvPr/>
        </p:nvSpPr>
        <p:spPr>
          <a:xfrm>
            <a:off x="9407272" y="2806480"/>
            <a:ext cx="68880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The Gospel of the Lord.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Praise to you, Lord Jesus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Christ.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9" name="Google Shape;379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5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9cc1941214_0_158"/>
          <p:cNvSpPr txBox="1"/>
          <p:nvPr/>
        </p:nvSpPr>
        <p:spPr>
          <a:xfrm>
            <a:off x="4158601" y="4527910"/>
            <a:ext cx="99708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9"/>
              <a:buFont typeface="Arial"/>
              <a:buNone/>
            </a:pPr>
            <a:r>
              <a:rPr lang="en-US" sz="36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HOMILI </a:t>
            </a:r>
            <a:r>
              <a:rPr lang="en-US" sz="36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HOMILY</a:t>
            </a:r>
            <a:endParaRPr sz="1400" b="0" i="0" u="none" strike="noStrike" cap="none" dirty="0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/>
            <a:r>
              <a:rPr lang="en-US" sz="4349" b="1" dirty="0">
                <a:solidFill>
                  <a:srgbClr val="7B1440"/>
                </a:solidFill>
              </a:rPr>
              <a:t>FR GABRIEL SIMATUPANG </a:t>
            </a:r>
            <a:r>
              <a:rPr lang="en-US" sz="4349" b="1" dirty="0" err="1">
                <a:solidFill>
                  <a:srgbClr val="7B1440"/>
                </a:solidFill>
              </a:rPr>
              <a:t>OFMCap</a:t>
            </a:r>
            <a:endParaRPr lang="en-US" sz="4400" dirty="0">
              <a:solidFill>
                <a:srgbClr val="7B1440"/>
              </a:solidFill>
            </a:endParaRPr>
          </a:p>
        </p:txBody>
      </p:sp>
      <p:sp>
        <p:nvSpPr>
          <p:cNvPr id="386" name="Google Shape;386;g39cc1941214_0_158"/>
          <p:cNvSpPr txBox="1"/>
          <p:nvPr/>
        </p:nvSpPr>
        <p:spPr>
          <a:xfrm>
            <a:off x="6512660" y="8799219"/>
            <a:ext cx="52626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</a:t>
            </a:r>
            <a:r>
              <a:rPr lang="en-US" sz="34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ALL SIT</a:t>
            </a:r>
            <a:endParaRPr sz="14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g39cc1941214_0_1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1475" y="1074761"/>
            <a:ext cx="2305050" cy="817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40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7"/>
          <p:cNvSpPr txBox="1"/>
          <p:nvPr/>
        </p:nvSpPr>
        <p:spPr>
          <a:xfrm>
            <a:off x="1028700" y="2806480"/>
            <a:ext cx="7476000" cy="6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Aku percaya akan Allah,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Bapa yang Maha Kuasa, pencipta langit dan bumi.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Dan akan Yesus Kristus, PutraNya yang tunggal, Tuhan kita.</a:t>
            </a:r>
            <a:endParaRPr sz="4299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[Semua membungkuk]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sng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Yang dikandung dari Roh Kudus, dilahirkan oleh Perawan Maria.</a:t>
            </a: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99"/>
              <a:buFont typeface="Arial"/>
              <a:buNone/>
            </a:pPr>
            <a:endParaRPr sz="4299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7"/>
          <p:cNvSpPr txBox="1"/>
          <p:nvPr/>
        </p:nvSpPr>
        <p:spPr>
          <a:xfrm>
            <a:off x="8827331" y="2806480"/>
            <a:ext cx="7476000" cy="5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I believe in God, the Father almighty, Creator of heaven and earth, and in Jesus Christ, his only Son, our Lord,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99"/>
              <a:buFont typeface="Arial"/>
              <a:buNone/>
            </a:pPr>
            <a:endParaRPr sz="4299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[All bow]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sng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who was conceived by the Holy Spirit, born of the Virgin Mary,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7"/>
          <p:cNvSpPr txBox="1"/>
          <p:nvPr/>
        </p:nvSpPr>
        <p:spPr>
          <a:xfrm>
            <a:off x="990600" y="1182078"/>
            <a:ext cx="6888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SYAHADAT PARA RASUL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THE APOSTLES’ CREED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Google Shape;401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7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8"/>
          <p:cNvSpPr txBox="1"/>
          <p:nvPr/>
        </p:nvSpPr>
        <p:spPr>
          <a:xfrm>
            <a:off x="1028700" y="2806480"/>
            <a:ext cx="7476000" cy="5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Yang menderita sengsara,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dalam pemerintahan Pontius Pilatus, disalibkan, wafat dan dimakamkan; Yang turun ke tempat penantian, pada hari ketiga bangkit dari antara orang mati; Yang naik ke surga, duduk disebelah kanan Allah Bapa yang Maha Kuasa.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8"/>
          <p:cNvSpPr txBox="1"/>
          <p:nvPr/>
        </p:nvSpPr>
        <p:spPr>
          <a:xfrm>
            <a:off x="8827331" y="2806480"/>
            <a:ext cx="7476000" cy="49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suffered under Pontius Pilate, was crucified, died and was buried; he descended into hell; on the third day he rose again from the dead; he ascended into heaven, and is seated at the right hand of God the Father almighty;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8"/>
          <p:cNvSpPr txBox="1"/>
          <p:nvPr/>
        </p:nvSpPr>
        <p:spPr>
          <a:xfrm>
            <a:off x="990600" y="1182078"/>
            <a:ext cx="6888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SYAHADAT PARA RASUL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THE APOSTLES’ CREED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0" name="Google Shape;410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8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9"/>
          <p:cNvSpPr txBox="1"/>
          <p:nvPr/>
        </p:nvSpPr>
        <p:spPr>
          <a:xfrm>
            <a:off x="1028700" y="2806480"/>
            <a:ext cx="7476000" cy="6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Dari situ Ia akan datang mengadili orang hidup dan mati.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Aku percaya akan Roh Kudus,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Gereja Katolik yang Kudus,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Persekutuan para Kudus, pengampunan dosa, kebangkitan badan, kehidupan kekal.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Amin.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9"/>
          <p:cNvSpPr txBox="1"/>
          <p:nvPr/>
        </p:nvSpPr>
        <p:spPr>
          <a:xfrm>
            <a:off x="8827331" y="2806480"/>
            <a:ext cx="7476000" cy="6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from there He will come to judge the living and the dead.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I believe in the Holy Spirit, the holy Catholic Church, the communion of saints, the forgiveness of sins, the resurrection of the body, and life everlasting.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Amen.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9"/>
          <p:cNvSpPr txBox="1"/>
          <p:nvPr/>
        </p:nvSpPr>
        <p:spPr>
          <a:xfrm>
            <a:off x="990600" y="1182078"/>
            <a:ext cx="6888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SYAHADAT PARA RASUL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THE APOSTLES’ CREED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" name="Google Shape;419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9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42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1"/>
          <p:cNvSpPr txBox="1"/>
          <p:nvPr/>
        </p:nvSpPr>
        <p:spPr>
          <a:xfrm>
            <a:off x="1036886" y="2806480"/>
            <a:ext cx="350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1"/>
          <p:cNvSpPr txBox="1"/>
          <p:nvPr/>
        </p:nvSpPr>
        <p:spPr>
          <a:xfrm>
            <a:off x="1616827" y="2806480"/>
            <a:ext cx="68880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Marilah kita mohon.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Kabulkanlah doa kami,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ya Tuhan.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1"/>
          <p:cNvSpPr txBox="1"/>
          <p:nvPr/>
        </p:nvSpPr>
        <p:spPr>
          <a:xfrm>
            <a:off x="8817227" y="2806480"/>
            <a:ext cx="3708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1"/>
          <p:cNvSpPr txBox="1"/>
          <p:nvPr/>
        </p:nvSpPr>
        <p:spPr>
          <a:xfrm>
            <a:off x="9407272" y="2806480"/>
            <a:ext cx="68880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Let us pray to the Lord.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Lord, hear our prayer.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1"/>
          <p:cNvSpPr txBox="1"/>
          <p:nvPr/>
        </p:nvSpPr>
        <p:spPr>
          <a:xfrm>
            <a:off x="990600" y="1182078"/>
            <a:ext cx="6888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DOA UMAT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THE PRAYER OF THE FAITHFUL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44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3"/>
          <p:cNvSpPr txBox="1"/>
          <p:nvPr/>
        </p:nvSpPr>
        <p:spPr>
          <a:xfrm>
            <a:off x="1028699" y="1087448"/>
            <a:ext cx="13173998" cy="95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LAGU PERSEMBAHAN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OFFERTORY SONG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PS [num] [SONGTITLE]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3"/>
          <p:cNvSpPr txBox="1"/>
          <p:nvPr/>
        </p:nvSpPr>
        <p:spPr>
          <a:xfrm>
            <a:off x="1028700" y="2806475"/>
            <a:ext cx="14455200" cy="726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2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[Lyrics]</a:t>
            </a:r>
            <a:endParaRPr sz="4000" b="1" i="0" u="none" strike="noStrike" cap="none" dirty="0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0" name="Google Shape;450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3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SIT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48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5"/>
          <p:cNvSpPr txBox="1"/>
          <p:nvPr/>
        </p:nvSpPr>
        <p:spPr>
          <a:xfrm>
            <a:off x="1036886" y="2806480"/>
            <a:ext cx="350700" cy="30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5"/>
          <p:cNvSpPr txBox="1"/>
          <p:nvPr/>
        </p:nvSpPr>
        <p:spPr>
          <a:xfrm>
            <a:off x="1616827" y="2806480"/>
            <a:ext cx="6888000" cy="5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Berdoalah Saudara-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saudari, .....Bapa yang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Mahakuasa.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Semoga persembahan ini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diterima demi kemuliaan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Tuhan dan keselamatan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kita, serta seluruh umat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Allah yang kudus.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5"/>
          <p:cNvSpPr txBox="1"/>
          <p:nvPr/>
        </p:nvSpPr>
        <p:spPr>
          <a:xfrm>
            <a:off x="8817227" y="2806480"/>
            <a:ext cx="370800" cy="24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5"/>
          <p:cNvSpPr txBox="1"/>
          <p:nvPr/>
        </p:nvSpPr>
        <p:spPr>
          <a:xfrm>
            <a:off x="9407272" y="2806480"/>
            <a:ext cx="6888000" cy="5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Pray, brothers and sisters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.....the almighty Father.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May the Lord accept the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sacrifice at your hands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for the praise and glory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of His name, for our good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and the good of all His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holy Church.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5"/>
          <p:cNvSpPr txBox="1"/>
          <p:nvPr/>
        </p:nvSpPr>
        <p:spPr>
          <a:xfrm>
            <a:off x="990600" y="1182078"/>
            <a:ext cx="6888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DOA PERSEMBAHAN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OFFERTORY PRAYER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7" name="Google Shape;467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5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50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7"/>
          <p:cNvSpPr txBox="1"/>
          <p:nvPr/>
        </p:nvSpPr>
        <p:spPr>
          <a:xfrm>
            <a:off x="1036886" y="2806480"/>
            <a:ext cx="350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47"/>
          <p:cNvSpPr txBox="1"/>
          <p:nvPr/>
        </p:nvSpPr>
        <p:spPr>
          <a:xfrm>
            <a:off x="1036886" y="4305447"/>
            <a:ext cx="3507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47"/>
          <p:cNvSpPr txBox="1"/>
          <p:nvPr/>
        </p:nvSpPr>
        <p:spPr>
          <a:xfrm>
            <a:off x="1036886" y="6434434"/>
            <a:ext cx="3507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7"/>
          <p:cNvSpPr txBox="1"/>
          <p:nvPr/>
        </p:nvSpPr>
        <p:spPr>
          <a:xfrm>
            <a:off x="1616827" y="2806480"/>
            <a:ext cx="68880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Tuhan bersamamu.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Dan bersama rohmu.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7"/>
          <p:cNvSpPr txBox="1"/>
          <p:nvPr/>
        </p:nvSpPr>
        <p:spPr>
          <a:xfrm>
            <a:off x="8817227" y="2806480"/>
            <a:ext cx="3708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7"/>
          <p:cNvSpPr txBox="1"/>
          <p:nvPr/>
        </p:nvSpPr>
        <p:spPr>
          <a:xfrm>
            <a:off x="8817227" y="4305447"/>
            <a:ext cx="3708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7"/>
          <p:cNvSpPr txBox="1"/>
          <p:nvPr/>
        </p:nvSpPr>
        <p:spPr>
          <a:xfrm>
            <a:off x="8817227" y="6434434"/>
            <a:ext cx="3708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47"/>
          <p:cNvSpPr txBox="1"/>
          <p:nvPr/>
        </p:nvSpPr>
        <p:spPr>
          <a:xfrm>
            <a:off x="9407272" y="2806480"/>
            <a:ext cx="75891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The Lord be with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And with your spirit.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47"/>
          <p:cNvSpPr txBox="1"/>
          <p:nvPr/>
        </p:nvSpPr>
        <p:spPr>
          <a:xfrm>
            <a:off x="1616827" y="4305447"/>
            <a:ext cx="68880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Marilah mengarahkan hati</a:t>
            </a: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kepada Tuhan.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Sudah kami arahkan.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47"/>
          <p:cNvSpPr txBox="1"/>
          <p:nvPr/>
        </p:nvSpPr>
        <p:spPr>
          <a:xfrm>
            <a:off x="1616827" y="6434434"/>
            <a:ext cx="6888000" cy="24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Marilah bersyukur kepada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Tuhan Allah Kita.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Sudah layak dan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sepantasnya.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7"/>
          <p:cNvSpPr txBox="1"/>
          <p:nvPr/>
        </p:nvSpPr>
        <p:spPr>
          <a:xfrm>
            <a:off x="9407271" y="4305447"/>
            <a:ext cx="72639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Lift up your hearts.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We lift them up to the Lord.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7"/>
          <p:cNvSpPr txBox="1"/>
          <p:nvPr/>
        </p:nvSpPr>
        <p:spPr>
          <a:xfrm>
            <a:off x="9407271" y="6434434"/>
            <a:ext cx="68961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Let us give thanks to the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Lord our God.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It is right and just.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7"/>
          <p:cNvSpPr txBox="1"/>
          <p:nvPr/>
        </p:nvSpPr>
        <p:spPr>
          <a:xfrm>
            <a:off x="990600" y="1182078"/>
            <a:ext cx="6888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PEMBUKA PREFASI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THE EUCHARISTIC PRAYER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2" name="Google Shape;492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7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52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9"/>
          <p:cNvSpPr txBox="1"/>
          <p:nvPr/>
        </p:nvSpPr>
        <p:spPr>
          <a:xfrm>
            <a:off x="1028700" y="2806480"/>
            <a:ext cx="7476000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Kudus, kudus,kuduslah Tuhan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Tuhan Allah segala kuasa</a:t>
            </a: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Surga dan bumi penuh kemuliaanMu</a:t>
            </a: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Terpujilah Bapa di surga</a:t>
            </a: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Diberkatilah yang datang dalam nama Tuhan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Terpujilah Engkau di surga</a:t>
            </a: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9"/>
          <p:cNvSpPr txBox="1"/>
          <p:nvPr/>
        </p:nvSpPr>
        <p:spPr>
          <a:xfrm>
            <a:off x="8827331" y="2806480"/>
            <a:ext cx="7476000" cy="5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Holy, Holy, Holy Lord God of Hosts. Heaven and earth are full of your glory. Heaven and earth are full of your glory.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Hosanna in the highest.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Blessed is he who comes in the name of the Lord, in the name of the Lord.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Hosanna in the highest.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9"/>
          <p:cNvSpPr txBox="1"/>
          <p:nvPr/>
        </p:nvSpPr>
        <p:spPr>
          <a:xfrm>
            <a:off x="1028700" y="1087448"/>
            <a:ext cx="5430157" cy="95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KUDUS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HOLY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PS [num]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7" name="Google Shape;507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9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54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9cc1941214_0_175"/>
          <p:cNvSpPr txBox="1"/>
          <p:nvPr/>
        </p:nvSpPr>
        <p:spPr>
          <a:xfrm>
            <a:off x="4158601" y="4527910"/>
            <a:ext cx="9970800" cy="13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9"/>
              <a:buFont typeface="Arial"/>
              <a:buNone/>
            </a:pPr>
            <a:r>
              <a:rPr lang="en-US" sz="3649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DOA SYUKUR AGUNG</a:t>
            </a:r>
            <a:endParaRPr sz="3649" b="1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9"/>
              <a:buFont typeface="Arial"/>
              <a:buNone/>
            </a:pPr>
            <a:r>
              <a:rPr lang="en-US" sz="36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THE COMMUNION RITE</a:t>
            </a:r>
            <a:endParaRPr sz="14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g39cc1941214_0_175"/>
          <p:cNvSpPr txBox="1"/>
          <p:nvPr/>
        </p:nvSpPr>
        <p:spPr>
          <a:xfrm>
            <a:off x="5805747" y="8799225"/>
            <a:ext cx="66765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BERLUTUT </a:t>
            </a:r>
            <a:r>
              <a:rPr lang="en-US" sz="34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KNEEL</a:t>
            </a:r>
            <a:endParaRPr sz="14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1" name="Google Shape;521;g39cc1941214_0_1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1475" y="1074761"/>
            <a:ext cx="2305050" cy="817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51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6424" y="1422700"/>
            <a:ext cx="10532840" cy="886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51"/>
          <p:cNvSpPr txBox="1"/>
          <p:nvPr/>
        </p:nvSpPr>
        <p:spPr>
          <a:xfrm>
            <a:off x="1028699" y="1087448"/>
            <a:ext cx="5038271" cy="95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ANAMNESIS </a:t>
            </a: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ACCLAMATION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3A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/>
          <p:nvPr/>
        </p:nvSpPr>
        <p:spPr>
          <a:xfrm>
            <a:off x="10476411" y="9488994"/>
            <a:ext cx="75201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BERLUTUT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KNEEL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9cc1941214_0_181"/>
          <p:cNvSpPr txBox="1"/>
          <p:nvPr/>
        </p:nvSpPr>
        <p:spPr>
          <a:xfrm>
            <a:off x="4158601" y="4527910"/>
            <a:ext cx="9970800" cy="13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9"/>
              <a:buFont typeface="Arial"/>
              <a:buNone/>
            </a:pPr>
            <a:r>
              <a:rPr lang="en-US" sz="3649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DOA SYUKUR AGUNG</a:t>
            </a:r>
            <a:endParaRPr sz="3649" b="1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9"/>
              <a:buFont typeface="Arial"/>
              <a:buNone/>
            </a:pPr>
            <a:r>
              <a:rPr lang="en-US" sz="36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THE COMMUNION RITE</a:t>
            </a:r>
            <a:endParaRPr sz="14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g39cc1941214_0_181"/>
          <p:cNvSpPr txBox="1"/>
          <p:nvPr/>
        </p:nvSpPr>
        <p:spPr>
          <a:xfrm>
            <a:off x="5805747" y="8799225"/>
            <a:ext cx="66765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BERLUTUT </a:t>
            </a:r>
            <a:r>
              <a:rPr lang="en-US" sz="34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KNEEL</a:t>
            </a:r>
            <a:endParaRPr sz="14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6" name="Google Shape;536;g39cc1941214_0_1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1475" y="1074761"/>
            <a:ext cx="2305050" cy="817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3"/>
          <p:cNvSpPr txBox="1"/>
          <p:nvPr/>
        </p:nvSpPr>
        <p:spPr>
          <a:xfrm>
            <a:off x="1154832" y="2806480"/>
            <a:ext cx="114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53"/>
          <p:cNvSpPr txBox="1"/>
          <p:nvPr/>
        </p:nvSpPr>
        <p:spPr>
          <a:xfrm>
            <a:off x="1616827" y="2806480"/>
            <a:ext cx="68880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.....segala hormat dan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kemuliaan, sepanjang</a:t>
            </a: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segala masa.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53"/>
          <p:cNvSpPr txBox="1"/>
          <p:nvPr/>
        </p:nvSpPr>
        <p:spPr>
          <a:xfrm>
            <a:off x="8860900" y="2806480"/>
            <a:ext cx="2835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53"/>
          <p:cNvSpPr txBox="1"/>
          <p:nvPr/>
        </p:nvSpPr>
        <p:spPr>
          <a:xfrm>
            <a:off x="9407272" y="2806480"/>
            <a:ext cx="68880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.....all glory and honour 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yours, for ever and ever.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 txBox="1"/>
          <p:nvPr/>
        </p:nvSpPr>
        <p:spPr>
          <a:xfrm>
            <a:off x="6647543" y="6638358"/>
            <a:ext cx="792259" cy="626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99"/>
              <a:buFont typeface="Arial"/>
              <a:buNone/>
            </a:pPr>
            <a:r>
              <a:rPr lang="en-US" sz="4299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U: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/>
          <p:nvPr/>
        </p:nvSpPr>
        <p:spPr>
          <a:xfrm>
            <a:off x="7554099" y="5589285"/>
            <a:ext cx="3806317" cy="1799042"/>
          </a:xfrm>
          <a:custGeom>
            <a:avLst/>
            <a:gdLst/>
            <a:ahLst/>
            <a:cxnLst/>
            <a:rect l="l" t="t" r="r" b="b"/>
            <a:pathLst>
              <a:path w="3806317" h="1799042" extrusionOk="0">
                <a:moveTo>
                  <a:pt x="0" y="0"/>
                </a:moveTo>
                <a:lnTo>
                  <a:pt x="3806316" y="0"/>
                </a:lnTo>
                <a:lnTo>
                  <a:pt x="3806316" y="1799042"/>
                </a:lnTo>
                <a:lnTo>
                  <a:pt x="0" y="1799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473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53"/>
          <p:cNvSpPr txBox="1"/>
          <p:nvPr/>
        </p:nvSpPr>
        <p:spPr>
          <a:xfrm>
            <a:off x="990600" y="1182078"/>
            <a:ext cx="6888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DOA SYUKUR AGUNG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THE COMMUNION RITE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8" name="Google Shape;548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53"/>
          <p:cNvSpPr txBox="1"/>
          <p:nvPr/>
        </p:nvSpPr>
        <p:spPr>
          <a:xfrm>
            <a:off x="9739086" y="8799219"/>
            <a:ext cx="7520215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BERLUTUT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KNEEL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p57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5"/>
          <p:cNvSpPr txBox="1"/>
          <p:nvPr/>
        </p:nvSpPr>
        <p:spPr>
          <a:xfrm>
            <a:off x="1028700" y="2806475"/>
            <a:ext cx="8925300" cy="5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Bapa kami yang ada di surga,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dimuliakanlah namaMu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Datanglah kerajaanMu,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jadilah kehendakMu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Diatas bumi seperti di dalam surga.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Berilah kami rejeki pada hari ini</a:t>
            </a: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Dan ampunilah kesalahan kami, </a:t>
            </a:r>
            <a:r>
              <a:rPr lang="en-US" sz="4000" b="1">
                <a:solidFill>
                  <a:srgbClr val="484848"/>
                </a:solidFill>
              </a:rPr>
              <a:t>Seperti kami pun mengampuni yang bersalah kepada kami.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55"/>
          <p:cNvSpPr txBox="1"/>
          <p:nvPr/>
        </p:nvSpPr>
        <p:spPr>
          <a:xfrm>
            <a:off x="10161556" y="2806480"/>
            <a:ext cx="7476000" cy="5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Our Father who art in heaven,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hallowed be thy name;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thy kingdom come,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thy will be done on earth as it is in heaven.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Give us this day our daily bread,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and forgive us our trespasses, </a:t>
            </a:r>
            <a:r>
              <a:rPr lang="en-US" sz="4000">
                <a:solidFill>
                  <a:srgbClr val="7B1440"/>
                </a:solidFill>
              </a:rPr>
              <a:t>as we forgive those who trespass against us;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5"/>
          <p:cNvSpPr txBox="1"/>
          <p:nvPr/>
        </p:nvSpPr>
        <p:spPr>
          <a:xfrm>
            <a:off x="1028700" y="1087448"/>
            <a:ext cx="6356897" cy="95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BAPA KAMI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OUR FATHER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[COMPOSER]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3" name="Google Shape;563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55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6"/>
          <p:cNvSpPr txBox="1"/>
          <p:nvPr/>
        </p:nvSpPr>
        <p:spPr>
          <a:xfrm>
            <a:off x="1028700" y="2806475"/>
            <a:ext cx="8449500" cy="24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Dan janganlah masukkan kami ke dalam pencobaan, tetapi bebaskanlah kami dari yang jahat.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Amin.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56"/>
          <p:cNvSpPr txBox="1"/>
          <p:nvPr/>
        </p:nvSpPr>
        <p:spPr>
          <a:xfrm>
            <a:off x="9783306" y="2806480"/>
            <a:ext cx="7476000" cy="24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and lead us not into temptation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but deliver us from evil.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Amen.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1" name="Google Shape;571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56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6"/>
          <p:cNvSpPr txBox="1"/>
          <p:nvPr/>
        </p:nvSpPr>
        <p:spPr>
          <a:xfrm>
            <a:off x="1028700" y="1087448"/>
            <a:ext cx="6356897" cy="95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BAPA KAMI </a:t>
            </a: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OUR FATHER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TOTOK PUJIANTO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59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8"/>
          <p:cNvSpPr txBox="1"/>
          <p:nvPr/>
        </p:nvSpPr>
        <p:spPr>
          <a:xfrm>
            <a:off x="1036886" y="2806480"/>
            <a:ext cx="350700" cy="24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58"/>
          <p:cNvSpPr txBox="1"/>
          <p:nvPr/>
        </p:nvSpPr>
        <p:spPr>
          <a:xfrm>
            <a:off x="1616827" y="2806480"/>
            <a:ext cx="68880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.....kedatangan penyelamat</a:t>
            </a: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kami Yesus Kristus.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Sebab Engkaulah Raja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yang mulia dan berkuasa</a:t>
            </a: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untuk selama-lamanya.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58"/>
          <p:cNvSpPr txBox="1"/>
          <p:nvPr/>
        </p:nvSpPr>
        <p:spPr>
          <a:xfrm>
            <a:off x="8817227" y="2806480"/>
            <a:ext cx="370800" cy="24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58"/>
          <p:cNvSpPr txBox="1"/>
          <p:nvPr/>
        </p:nvSpPr>
        <p:spPr>
          <a:xfrm>
            <a:off x="9407272" y="2806480"/>
            <a:ext cx="68880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.....and the coming of our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Saviour, Jesus Christ.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For the kingdom, the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power and the glory are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yours now and forever.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8"/>
          <p:cNvSpPr txBox="1"/>
          <p:nvPr/>
        </p:nvSpPr>
        <p:spPr>
          <a:xfrm>
            <a:off x="990600" y="1182078"/>
            <a:ext cx="6888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BAPA KAMI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OUR FATHER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9" name="Google Shape;589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58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5" name="Google Shape;595;p62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0"/>
          <p:cNvSpPr txBox="1"/>
          <p:nvPr/>
        </p:nvSpPr>
        <p:spPr>
          <a:xfrm>
            <a:off x="1028700" y="1087448"/>
            <a:ext cx="10921157" cy="95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ANAK DOMBA ALLAH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BREAKING OF THE BREAD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PS [num]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60"/>
          <p:cNvSpPr txBox="1"/>
          <p:nvPr/>
        </p:nvSpPr>
        <p:spPr>
          <a:xfrm>
            <a:off x="1028700" y="2806480"/>
            <a:ext cx="7476000" cy="73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Anak domba Allah, yang menghapus dosa dunia, kasihanilah kami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Anak domba Allah yang menghapus dosa dunia, kasihanilah kami</a:t>
            </a: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>
              <a:solidFill>
                <a:srgbClr val="48484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>
                <a:solidFill>
                  <a:srgbClr val="484848"/>
                </a:solidFill>
              </a:rPr>
              <a:t>Anak domba Allah yang menghapus dosa dunia, berilah kami damai</a:t>
            </a:r>
            <a:endParaRPr sz="4000" b="1">
              <a:solidFill>
                <a:srgbClr val="484848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>
              <a:solidFill>
                <a:srgbClr val="484848"/>
              </a:solidFill>
            </a:endParaRPr>
          </a:p>
        </p:txBody>
      </p:sp>
      <p:sp>
        <p:nvSpPr>
          <p:cNvPr id="603" name="Google Shape;603;p60"/>
          <p:cNvSpPr txBox="1"/>
          <p:nvPr/>
        </p:nvSpPr>
        <p:spPr>
          <a:xfrm>
            <a:off x="8827331" y="2806480"/>
            <a:ext cx="7476000" cy="6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Lamb of God, you take away the sins of the world,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have mercy on us.</a:t>
            </a: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Lamb of God, you take away the sins of the world,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have mercy on us. </a:t>
            </a: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>
              <a:solidFill>
                <a:srgbClr val="7B144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7B1440"/>
                </a:solidFill>
              </a:rPr>
              <a:t>Lamb of God, you take away the sins of the world,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 sz="4000">
                <a:solidFill>
                  <a:srgbClr val="7B1440"/>
                </a:solidFill>
              </a:rPr>
              <a:t>grant us peace.</a:t>
            </a:r>
            <a:endParaRPr sz="4000">
              <a:solidFill>
                <a:srgbClr val="7B1440"/>
              </a:solidFill>
            </a:endParaRPr>
          </a:p>
        </p:txBody>
      </p:sp>
      <p:pic>
        <p:nvPicPr>
          <p:cNvPr id="604" name="Google Shape;604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60"/>
          <p:cNvSpPr txBox="1"/>
          <p:nvPr/>
        </p:nvSpPr>
        <p:spPr>
          <a:xfrm>
            <a:off x="9777186" y="9536544"/>
            <a:ext cx="75201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BERLUTUT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KNEEL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64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3"/>
          <p:cNvSpPr txBox="1"/>
          <p:nvPr/>
        </p:nvSpPr>
        <p:spPr>
          <a:xfrm>
            <a:off x="1036886" y="2806480"/>
            <a:ext cx="350700" cy="30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63"/>
          <p:cNvSpPr txBox="1"/>
          <p:nvPr/>
        </p:nvSpPr>
        <p:spPr>
          <a:xfrm>
            <a:off x="1616827" y="2806480"/>
            <a:ext cx="6888000" cy="6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.....Berbahagialah Saudara-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Saudari yang diundang ke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perjamuan Anak Domba.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Tuhan, saya tidak pantas,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Engkau datang kepada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saya, tetapi bersabdalah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saja, maka saya akan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sembuh.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63"/>
          <p:cNvSpPr txBox="1"/>
          <p:nvPr/>
        </p:nvSpPr>
        <p:spPr>
          <a:xfrm>
            <a:off x="8817227" y="2806480"/>
            <a:ext cx="370800" cy="30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63"/>
          <p:cNvSpPr txBox="1"/>
          <p:nvPr/>
        </p:nvSpPr>
        <p:spPr>
          <a:xfrm>
            <a:off x="9407272" y="2806480"/>
            <a:ext cx="6888000" cy="5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.....Blessed are those called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to the supper of the Lamb.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Lord, I am not worthy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that you should enter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under my roof, but only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say the word and my soul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shall be healed.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63"/>
          <p:cNvSpPr txBox="1"/>
          <p:nvPr/>
        </p:nvSpPr>
        <p:spPr>
          <a:xfrm>
            <a:off x="990600" y="1182078"/>
            <a:ext cx="6888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PERSIAPAN KOMUNI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INVITATION TO COMMUNION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1" name="Google Shape;621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63"/>
          <p:cNvSpPr txBox="1"/>
          <p:nvPr/>
        </p:nvSpPr>
        <p:spPr>
          <a:xfrm>
            <a:off x="9739086" y="8799219"/>
            <a:ext cx="7520215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BERLUTUT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KNEEL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Google Shape;627;p66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5"/>
          <p:cNvSpPr txBox="1"/>
          <p:nvPr/>
        </p:nvSpPr>
        <p:spPr>
          <a:xfrm>
            <a:off x="1028700" y="1087448"/>
            <a:ext cx="136887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LAGU KOMUNI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COMMUNION HYMN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[SONGTITLE] ([COMPOSER])</a:t>
            </a:r>
            <a:endParaRPr sz="3449" b="1" i="0" u="none" strike="noStrike" cap="none" dirty="0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65"/>
          <p:cNvSpPr txBox="1"/>
          <p:nvPr/>
        </p:nvSpPr>
        <p:spPr>
          <a:xfrm>
            <a:off x="1028700" y="2806480"/>
            <a:ext cx="152745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[Lyrics]</a:t>
            </a:r>
            <a:endParaRPr sz="4000" b="1" i="0" u="none" strike="noStrike" cap="none" dirty="0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5" name="Google Shape;635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65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SIT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>
          <a:extLst>
            <a:ext uri="{FF2B5EF4-FFF2-40B4-BE49-F238E27FC236}">
              <a16:creationId xmlns:a16="http://schemas.microsoft.com/office/drawing/2014/main" id="{CBDF1BC0-8D29-8C32-9F60-EEA093CD9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5">
            <a:extLst>
              <a:ext uri="{FF2B5EF4-FFF2-40B4-BE49-F238E27FC236}">
                <a16:creationId xmlns:a16="http://schemas.microsoft.com/office/drawing/2014/main" id="{1E60B3C8-8D69-753F-E2D3-537460BB2528}"/>
              </a:ext>
            </a:extLst>
          </p:cNvPr>
          <p:cNvSpPr txBox="1"/>
          <p:nvPr/>
        </p:nvSpPr>
        <p:spPr>
          <a:xfrm>
            <a:off x="1028700" y="1087448"/>
            <a:ext cx="136887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LAGU KOMUNI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COMMUNION HYMN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[SONGTITLE] ([COMPOSER])</a:t>
            </a:r>
            <a:endParaRPr sz="3449" b="1" i="0" u="none" strike="noStrike" cap="none" dirty="0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65">
            <a:extLst>
              <a:ext uri="{FF2B5EF4-FFF2-40B4-BE49-F238E27FC236}">
                <a16:creationId xmlns:a16="http://schemas.microsoft.com/office/drawing/2014/main" id="{BC17B5D8-2FAA-499A-118A-3735865FC92D}"/>
              </a:ext>
            </a:extLst>
          </p:cNvPr>
          <p:cNvSpPr txBox="1"/>
          <p:nvPr/>
        </p:nvSpPr>
        <p:spPr>
          <a:xfrm>
            <a:off x="1028700" y="2806480"/>
            <a:ext cx="152745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[Lyrics]</a:t>
            </a:r>
            <a:endParaRPr sz="4000" b="1" i="0" u="none" strike="noStrike" cap="none" dirty="0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5" name="Google Shape;635;p65">
            <a:extLst>
              <a:ext uri="{FF2B5EF4-FFF2-40B4-BE49-F238E27FC236}">
                <a16:creationId xmlns:a16="http://schemas.microsoft.com/office/drawing/2014/main" id="{9ADAFB73-7D27-232F-4C4F-0B8F05C31F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65">
            <a:extLst>
              <a:ext uri="{FF2B5EF4-FFF2-40B4-BE49-F238E27FC236}">
                <a16:creationId xmlns:a16="http://schemas.microsoft.com/office/drawing/2014/main" id="{28443CA0-9AF5-D3F9-1517-CAFDA42CED9A}"/>
              </a:ext>
            </a:extLst>
          </p:cNvPr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SIT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22476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69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8" name="Google Shape;678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" y="643"/>
            <a:ext cx="18285714" cy="10285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p90" descr="Luke 7:11-17 - Comfort in the Tragedies of Life - Redeeming G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4313"/>
            <a:ext cx="18919135" cy="1426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0"/>
          <p:cNvSpPr txBox="1"/>
          <p:nvPr/>
        </p:nvSpPr>
        <p:spPr>
          <a:xfrm>
            <a:off x="1036886" y="2806480"/>
            <a:ext cx="350700" cy="5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70"/>
          <p:cNvSpPr txBox="1"/>
          <p:nvPr/>
        </p:nvSpPr>
        <p:spPr>
          <a:xfrm>
            <a:off x="1616827" y="2806480"/>
            <a:ext cx="6888000" cy="6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Tuhan bersamamu.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Dan bersama rohmu.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Semoga Allah yang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Mahakuasa memberkati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Saudara sekalian,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Bapa, Putera, dan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Roh Kudus.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Amin.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70"/>
          <p:cNvSpPr txBox="1"/>
          <p:nvPr/>
        </p:nvSpPr>
        <p:spPr>
          <a:xfrm>
            <a:off x="8817227" y="2806480"/>
            <a:ext cx="370800" cy="43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70"/>
          <p:cNvSpPr txBox="1"/>
          <p:nvPr/>
        </p:nvSpPr>
        <p:spPr>
          <a:xfrm>
            <a:off x="9407272" y="2806480"/>
            <a:ext cx="6888000" cy="43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The Lord be with you.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And with your spirit.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May Almighty God bless you,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the Father, and the Son,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and the Holy Spirit.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Amen.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70"/>
          <p:cNvSpPr txBox="1"/>
          <p:nvPr/>
        </p:nvSpPr>
        <p:spPr>
          <a:xfrm>
            <a:off x="990600" y="1182078"/>
            <a:ext cx="6888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BERKAT PERUTUSAN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CONCLUDING RITES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4" name="Google Shape;69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70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1"/>
          <p:cNvSpPr txBox="1"/>
          <p:nvPr/>
        </p:nvSpPr>
        <p:spPr>
          <a:xfrm>
            <a:off x="1036886" y="2806480"/>
            <a:ext cx="350700" cy="30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71"/>
          <p:cNvSpPr txBox="1"/>
          <p:nvPr/>
        </p:nvSpPr>
        <p:spPr>
          <a:xfrm>
            <a:off x="1616827" y="2806480"/>
            <a:ext cx="6888000" cy="30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Saudara-saudari, pergilah 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dalam damai, sambil 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memuliakan Tuhan </a:t>
            </a:r>
            <a:endParaRPr sz="4000" b="0" i="0" u="none" strike="noStrike" cap="none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 dengan hidupmu.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: Syukur kepada Allah.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71"/>
          <p:cNvSpPr txBox="1"/>
          <p:nvPr/>
        </p:nvSpPr>
        <p:spPr>
          <a:xfrm>
            <a:off x="8817227" y="2806480"/>
            <a:ext cx="3708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71"/>
          <p:cNvSpPr txBox="1"/>
          <p:nvPr/>
        </p:nvSpPr>
        <p:spPr>
          <a:xfrm>
            <a:off x="9407272" y="2806480"/>
            <a:ext cx="68880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Go in peace, glorifying the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 Lord by your life.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: Thanks be to God.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71"/>
          <p:cNvSpPr txBox="1"/>
          <p:nvPr/>
        </p:nvSpPr>
        <p:spPr>
          <a:xfrm>
            <a:off x="990600" y="1182078"/>
            <a:ext cx="6888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BERKAT PERUTUSAN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CONCLUDING RITES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5" name="Google Shape;705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71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1" name="Google Shape;711;p91" descr="A painting of two peopl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2187" r="1484"/>
          <a:stretch/>
        </p:blipFill>
        <p:spPr>
          <a:xfrm>
            <a:off x="-132736" y="-24200"/>
            <a:ext cx="18872277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1342" y="1072975"/>
            <a:ext cx="23051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73"/>
          <p:cNvSpPr txBox="1"/>
          <p:nvPr/>
        </p:nvSpPr>
        <p:spPr>
          <a:xfrm>
            <a:off x="1028700" y="1087448"/>
            <a:ext cx="11227210" cy="95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LAGU PENUTUP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RECESSIONAL HYMN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PS [num] [SONGTITLE]</a:t>
            </a:r>
            <a:endParaRPr dirty="0"/>
          </a:p>
        </p:txBody>
      </p:sp>
      <p:sp>
        <p:nvSpPr>
          <p:cNvPr id="718" name="Google Shape;718;p73"/>
          <p:cNvSpPr txBox="1"/>
          <p:nvPr/>
        </p:nvSpPr>
        <p:spPr>
          <a:xfrm>
            <a:off x="1028700" y="2806475"/>
            <a:ext cx="15274500" cy="661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99"/>
              <a:buFont typeface="Arial"/>
              <a:buNone/>
            </a:pPr>
            <a:r>
              <a:rPr lang="en-US" sz="4299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[Lyrics]</a:t>
            </a:r>
            <a:endParaRPr sz="4299" b="1" i="0" u="none" strike="noStrike" cap="none" dirty="0">
              <a:solidFill>
                <a:srgbClr val="4848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9" name="Google Shape;719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73"/>
          <p:cNvSpPr txBox="1"/>
          <p:nvPr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BERDIRI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STAND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9cc1941214_0_149"/>
          <p:cNvSpPr txBox="1"/>
          <p:nvPr/>
        </p:nvSpPr>
        <p:spPr>
          <a:xfrm>
            <a:off x="175" y="3809838"/>
            <a:ext cx="18288000" cy="19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6400" b="1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HAVE A BLESSED SUNDAY</a:t>
            </a:r>
            <a:endParaRPr sz="64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g39cc1941214_0_149"/>
          <p:cNvSpPr txBox="1"/>
          <p:nvPr/>
        </p:nvSpPr>
        <p:spPr>
          <a:xfrm>
            <a:off x="10538254" y="6046063"/>
            <a:ext cx="4542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[DD] [MMMM] [YYYY]</a:t>
            </a:r>
            <a:endParaRPr sz="1400" b="0" i="0" u="none" strike="noStrike" cap="none" dirty="0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5" name="Google Shape;735;g39cc1941214_0_149"/>
          <p:cNvCxnSpPr/>
          <p:nvPr/>
        </p:nvCxnSpPr>
        <p:spPr>
          <a:xfrm>
            <a:off x="7282950" y="6266463"/>
            <a:ext cx="4088100" cy="0"/>
          </a:xfrm>
          <a:prstGeom prst="straightConnector1">
            <a:avLst/>
          </a:prstGeom>
          <a:noFill/>
          <a:ln w="19050" cap="flat" cmpd="sng">
            <a:solidFill>
              <a:srgbClr val="7B144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6" name="Google Shape;736;g39cc1941214_0_149"/>
          <p:cNvSpPr txBox="1"/>
          <p:nvPr/>
        </p:nvSpPr>
        <p:spPr>
          <a:xfrm>
            <a:off x="3284752" y="6046063"/>
            <a:ext cx="492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[MASSTITLE]</a:t>
            </a:r>
            <a:endParaRPr sz="1400" b="0" i="0" u="none" strike="noStrike" cap="none" dirty="0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g39cc1941214_0_149"/>
          <p:cNvSpPr txBox="1"/>
          <p:nvPr/>
        </p:nvSpPr>
        <p:spPr>
          <a:xfrm>
            <a:off x="150" y="8616375"/>
            <a:ext cx="18288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Lagu dipergunakan dengan izin dan dilaporkan ke ONE LICENSE #A-727998.</a:t>
            </a:r>
            <a:endParaRPr sz="24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Music is used with permission and reported to ONE LICENSE when used #A-727998.</a:t>
            </a:r>
            <a:endParaRPr sz="24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7B14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8" name="Google Shape;738;g39cc1941214_0_1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1475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9464" b="-575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4" name="Google Shape;744;p74"/>
          <p:cNvGrpSpPr/>
          <p:nvPr/>
        </p:nvGrpSpPr>
        <p:grpSpPr>
          <a:xfrm>
            <a:off x="-1025411" y="4603656"/>
            <a:ext cx="20338822" cy="16611459"/>
            <a:chOff x="0" y="0"/>
            <a:chExt cx="27118430" cy="22148612"/>
          </a:xfrm>
        </p:grpSpPr>
        <p:sp>
          <p:nvSpPr>
            <p:cNvPr id="745" name="Google Shape;745;p74"/>
            <p:cNvSpPr/>
            <p:nvPr/>
          </p:nvSpPr>
          <p:spPr>
            <a:xfrm>
              <a:off x="0" y="0"/>
              <a:ext cx="22108342" cy="22148612"/>
            </a:xfrm>
            <a:custGeom>
              <a:avLst/>
              <a:gdLst/>
              <a:ahLst/>
              <a:cxnLst/>
              <a:rect l="l" t="t" r="r" b="b"/>
              <a:pathLst>
                <a:path w="22108342" h="22148612" extrusionOk="0">
                  <a:moveTo>
                    <a:pt x="0" y="0"/>
                  </a:moveTo>
                  <a:lnTo>
                    <a:pt x="22108342" y="0"/>
                  </a:lnTo>
                  <a:lnTo>
                    <a:pt x="22108342" y="22148612"/>
                  </a:lnTo>
                  <a:lnTo>
                    <a:pt x="0" y="221486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74"/>
            <p:cNvSpPr/>
            <p:nvPr/>
          </p:nvSpPr>
          <p:spPr>
            <a:xfrm flipH="1">
              <a:off x="5010088" y="0"/>
              <a:ext cx="22108342" cy="22148612"/>
            </a:xfrm>
            <a:custGeom>
              <a:avLst/>
              <a:gdLst/>
              <a:ahLst/>
              <a:cxnLst/>
              <a:rect l="l" t="t" r="r" b="b"/>
              <a:pathLst>
                <a:path w="22108342" h="22148612" extrusionOk="0">
                  <a:moveTo>
                    <a:pt x="22108342" y="0"/>
                  </a:moveTo>
                  <a:lnTo>
                    <a:pt x="0" y="0"/>
                  </a:lnTo>
                  <a:lnTo>
                    <a:pt x="0" y="22148612"/>
                  </a:lnTo>
                  <a:lnTo>
                    <a:pt x="22108342" y="22148612"/>
                  </a:lnTo>
                  <a:lnTo>
                    <a:pt x="22108342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7" name="Google Shape;747;p74"/>
          <p:cNvGrpSpPr/>
          <p:nvPr/>
        </p:nvGrpSpPr>
        <p:grpSpPr>
          <a:xfrm>
            <a:off x="0" y="-24195"/>
            <a:ext cx="18288000" cy="10311195"/>
            <a:chOff x="0" y="-9525"/>
            <a:chExt cx="7199559" cy="4059277"/>
          </a:xfrm>
        </p:grpSpPr>
        <p:sp>
          <p:nvSpPr>
            <p:cNvPr id="748" name="Google Shape;748;p74"/>
            <p:cNvSpPr/>
            <p:nvPr/>
          </p:nvSpPr>
          <p:spPr>
            <a:xfrm>
              <a:off x="0" y="0"/>
              <a:ext cx="7199559" cy="4049752"/>
            </a:xfrm>
            <a:custGeom>
              <a:avLst/>
              <a:gdLst/>
              <a:ahLst/>
              <a:cxnLst/>
              <a:rect l="l" t="t" r="r" b="b"/>
              <a:pathLst>
                <a:path w="7199559" h="4049752" extrusionOk="0">
                  <a:moveTo>
                    <a:pt x="0" y="0"/>
                  </a:moveTo>
                  <a:lnTo>
                    <a:pt x="7199559" y="0"/>
                  </a:lnTo>
                  <a:lnTo>
                    <a:pt x="7199559" y="4049752"/>
                  </a:lnTo>
                  <a:lnTo>
                    <a:pt x="0" y="4049752"/>
                  </a:lnTo>
                  <a:close/>
                </a:path>
              </a:pathLst>
            </a:custGeom>
            <a:solidFill>
              <a:srgbClr val="000000">
                <a:alpha val="2431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74"/>
            <p:cNvSpPr txBox="1"/>
            <p:nvPr/>
          </p:nvSpPr>
          <p:spPr>
            <a:xfrm>
              <a:off x="0" y="-9525"/>
              <a:ext cx="7199559" cy="405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2675" tIns="32675" rIns="32675" bIns="32675" anchor="ctr" anchorCtr="0">
              <a:noAutofit/>
            </a:bodyPr>
            <a:lstStyle/>
            <a:p>
              <a:pPr marL="0" marR="0" lvl="0" indent="0" algn="ctr" rtl="0">
                <a:lnSpc>
                  <a:spcPct val="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0" name="Google Shape;750;p7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t="-101025" b="-11535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74"/>
          <p:cNvSpPr/>
          <p:nvPr/>
        </p:nvSpPr>
        <p:spPr>
          <a:xfrm>
            <a:off x="8039017" y="1025936"/>
            <a:ext cx="2672135" cy="943470"/>
          </a:xfrm>
          <a:custGeom>
            <a:avLst/>
            <a:gdLst/>
            <a:ahLst/>
            <a:cxnLst/>
            <a:rect l="l" t="t" r="r" b="b"/>
            <a:pathLst>
              <a:path w="2672135" h="943470" extrusionOk="0">
                <a:moveTo>
                  <a:pt x="0" y="0"/>
                </a:moveTo>
                <a:lnTo>
                  <a:pt x="2672135" y="0"/>
                </a:lnTo>
                <a:lnTo>
                  <a:pt x="2672135" y="943470"/>
                </a:lnTo>
                <a:lnTo>
                  <a:pt x="0" y="943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74"/>
          <p:cNvSpPr txBox="1"/>
          <p:nvPr/>
        </p:nvSpPr>
        <p:spPr>
          <a:xfrm>
            <a:off x="3711176" y="3161979"/>
            <a:ext cx="10970405" cy="27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0"/>
              <a:buFont typeface="Arial"/>
              <a:buNone/>
            </a:pPr>
            <a:r>
              <a:rPr lang="en-US" sz="18000" b="0" i="1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74"/>
          <p:cNvSpPr txBox="1"/>
          <p:nvPr/>
        </p:nvSpPr>
        <p:spPr>
          <a:xfrm>
            <a:off x="11249515" y="5854122"/>
            <a:ext cx="337968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26 OCTOBER 2025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4" name="Google Shape;754;p74"/>
          <p:cNvCxnSpPr/>
          <p:nvPr/>
        </p:nvCxnSpPr>
        <p:spPr>
          <a:xfrm rot="10800000" flipH="1">
            <a:off x="7500656" y="6018254"/>
            <a:ext cx="3748859" cy="21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5" name="Google Shape;755;p74"/>
          <p:cNvSpPr txBox="1"/>
          <p:nvPr/>
        </p:nvSpPr>
        <p:spPr>
          <a:xfrm>
            <a:off x="3903691" y="5854122"/>
            <a:ext cx="3596965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ORDINARY MASS XXX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74"/>
          <p:cNvSpPr txBox="1"/>
          <p:nvPr/>
        </p:nvSpPr>
        <p:spPr>
          <a:xfrm>
            <a:off x="3685935" y="8616381"/>
            <a:ext cx="10916130" cy="641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Lagu dipergunakan dengan izin dan dilaporkan ke ONE LICENSE #A-727998.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Music is used with permission and reported to ONE LICENSE when used #A-727998.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2519</Words>
  <Application>Microsoft Office PowerPoint</Application>
  <PresentationFormat>Custom</PresentationFormat>
  <Paragraphs>545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3" baseType="lpstr">
      <vt:lpstr>Arial</vt:lpstr>
      <vt:lpstr>Calibri</vt:lpstr>
      <vt:lpstr>Times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Titie</dc:creator>
  <cp:lastModifiedBy>Alexander Bravo Purnomo</cp:lastModifiedBy>
  <cp:revision>23</cp:revision>
  <dcterms:created xsi:type="dcterms:W3CDTF">2006-08-16T00:00:00Z</dcterms:created>
  <dcterms:modified xsi:type="dcterms:W3CDTF">2025-11-01T04:44:23Z</dcterms:modified>
</cp:coreProperties>
</file>