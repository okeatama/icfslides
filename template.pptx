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"/>
  </p:notesMaster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99">
          <p15:clr>
            <a:srgbClr val="A4A3A4"/>
          </p15:clr>
        </p15:guide>
        <p15:guide id="2" pos="624">
          <p15:clr>
            <a:srgbClr val="A4A3A4"/>
          </p15:clr>
        </p15:guide>
        <p15:guide id="3" orient="horz" pos="677">
          <p15:clr>
            <a:srgbClr val="A4A3A4"/>
          </p15:clr>
        </p15:guide>
        <p15:guide id="4" orient="horz" pos="5757">
          <p15:clr>
            <a:srgbClr val="A4A3A4"/>
          </p15:clr>
        </p15:guide>
        <p15:guide id="5" pos="10908">
          <p15:clr>
            <a:srgbClr val="A4A3A4"/>
          </p15:clr>
        </p15:guide>
        <p15:guide id="6" orient="horz" pos="175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5" roundtripDataSignature="AMtx7mhEEYSn9Becid7DHJCo/gqQC4Ta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1440"/>
    <a:srgbClr val="484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10" y="43"/>
      </p:cViewPr>
      <p:guideLst>
        <p:guide orient="horz" pos="1199"/>
        <p:guide pos="624"/>
        <p:guide orient="horz" pos="677"/>
        <p:guide orient="horz" pos="5757"/>
        <p:guide pos="10908"/>
        <p:guide orient="horz" pos="1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5" Type="http://customschemas.google.com/relationships/presentationmetadata" Target="metadata"/><Relationship Id="rId89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87" Type="http://schemas.openxmlformats.org/officeDocument/2006/relationships/viewProps" Target="viewProps.xml"/><Relationship Id="rId8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rth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3;p5">
            <a:extLst>
              <a:ext uri="{FF2B5EF4-FFF2-40B4-BE49-F238E27FC236}">
                <a16:creationId xmlns:a16="http://schemas.microsoft.com/office/drawing/2014/main" id="{AFED6C83-7353-7190-227A-2BA95E3A8E8C}"/>
              </a:ext>
            </a:extLst>
          </p:cNvPr>
          <p:cNvSpPr txBox="1"/>
          <p:nvPr userDrawn="1"/>
        </p:nvSpPr>
        <p:spPr>
          <a:xfrm>
            <a:off x="1028699" y="1087448"/>
            <a:ext cx="13472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Birthdays: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04;p5">
            <a:extLst>
              <a:ext uri="{FF2B5EF4-FFF2-40B4-BE49-F238E27FC236}">
                <a16:creationId xmlns:a16="http://schemas.microsoft.com/office/drawing/2014/main" id="{44C82DE4-1E79-615B-2E9C-06590F71FDB3}"/>
              </a:ext>
            </a:extLst>
          </p:cNvPr>
          <p:cNvSpPr txBox="1"/>
          <p:nvPr userDrawn="1"/>
        </p:nvSpPr>
        <p:spPr>
          <a:xfrm>
            <a:off x="1028699" y="7968446"/>
            <a:ext cx="142413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Silahkan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disampaikan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Seksi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Liturgi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Pastor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bagi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mempunyai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Intensi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Khusus</a:t>
            </a:r>
            <a:r>
              <a:rPr lang="en-US" sz="40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8" name="Google Shape;105;p5">
            <a:extLst>
              <a:ext uri="{FF2B5EF4-FFF2-40B4-BE49-F238E27FC236}">
                <a16:creationId xmlns:a16="http://schemas.microsoft.com/office/drawing/2014/main" id="{021309F3-F065-6EBB-BE9E-A420206F07D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6;p5">
            <a:extLst>
              <a:ext uri="{FF2B5EF4-FFF2-40B4-BE49-F238E27FC236}">
                <a16:creationId xmlns:a16="http://schemas.microsoft.com/office/drawing/2014/main" id="{62D56366-333C-027E-4037-0356965DE90A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6039BD-54B9-69A6-E864-63376E9CC4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1890713"/>
            <a:ext cx="13963650" cy="5891212"/>
          </a:xfrm>
        </p:spPr>
        <p:txBody>
          <a:bodyPr/>
          <a:lstStyle>
            <a:lvl1pPr>
              <a:buNone/>
              <a:defRPr sz="4000"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88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15">
            <a:extLst>
              <a:ext uri="{FF2B5EF4-FFF2-40B4-BE49-F238E27FC236}">
                <a16:creationId xmlns:a16="http://schemas.microsoft.com/office/drawing/2014/main" id="{7135344D-D6EF-9C9D-288B-C5B14E3028AC}"/>
              </a:ext>
            </a:extLst>
          </p:cNvPr>
          <p:cNvSpPr txBox="1"/>
          <p:nvPr userDrawn="1"/>
        </p:nvSpPr>
        <p:spPr>
          <a:xfrm>
            <a:off x="1028698" y="1087448"/>
            <a:ext cx="10946991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PERTAMA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FIRST READING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221;p15">
            <a:extLst>
              <a:ext uri="{FF2B5EF4-FFF2-40B4-BE49-F238E27FC236}">
                <a16:creationId xmlns:a16="http://schemas.microsoft.com/office/drawing/2014/main" id="{EB614EC9-05EF-E8E5-4FA3-5B5D0F1FA83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22;p15">
            <a:extLst>
              <a:ext uri="{FF2B5EF4-FFF2-40B4-BE49-F238E27FC236}">
                <a16:creationId xmlns:a16="http://schemas.microsoft.com/office/drawing/2014/main" id="{09B61A98-D2A6-4AFF-4908-0A10A7B43EF7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C10095-AC26-71FB-4EF7-775E12C8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1511300"/>
            <a:ext cx="12250572" cy="815975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[BACAANPERTAMA] </a:t>
            </a: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([FIRSTREADING]) 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8B8417-3139-0EB2-BDF3-87159316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698" y="2806479"/>
            <a:ext cx="7323138" cy="6951669"/>
          </a:xfrm>
        </p:spPr>
        <p:txBody>
          <a:bodyPr/>
          <a:lstStyle>
            <a:lvl1pPr>
              <a:buNone/>
              <a:defRPr sz="4000" b="1">
                <a:solidFill>
                  <a:srgbClr val="48484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C40B9DD-83F8-46A7-7005-A261D8927C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8965" y="2806480"/>
            <a:ext cx="7323138" cy="5613205"/>
          </a:xfrm>
        </p:spPr>
        <p:txBody>
          <a:bodyPr/>
          <a:lstStyle>
            <a:lvl1pPr>
              <a:buNone/>
              <a:defRPr sz="4000">
                <a:solidFill>
                  <a:srgbClr val="7B144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219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15">
            <a:extLst>
              <a:ext uri="{FF2B5EF4-FFF2-40B4-BE49-F238E27FC236}">
                <a16:creationId xmlns:a16="http://schemas.microsoft.com/office/drawing/2014/main" id="{7135344D-D6EF-9C9D-288B-C5B14E3028AC}"/>
              </a:ext>
            </a:extLst>
          </p:cNvPr>
          <p:cNvSpPr txBox="1"/>
          <p:nvPr userDrawn="1"/>
        </p:nvSpPr>
        <p:spPr>
          <a:xfrm>
            <a:off x="1028698" y="1087448"/>
            <a:ext cx="10946991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KEDUA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SECOND READING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221;p15">
            <a:extLst>
              <a:ext uri="{FF2B5EF4-FFF2-40B4-BE49-F238E27FC236}">
                <a16:creationId xmlns:a16="http://schemas.microsoft.com/office/drawing/2014/main" id="{EB614EC9-05EF-E8E5-4FA3-5B5D0F1FA83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22;p15">
            <a:extLst>
              <a:ext uri="{FF2B5EF4-FFF2-40B4-BE49-F238E27FC236}">
                <a16:creationId xmlns:a16="http://schemas.microsoft.com/office/drawing/2014/main" id="{09B61A98-D2A6-4AFF-4908-0A10A7B43EF7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C10095-AC26-71FB-4EF7-775E12C8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1511300"/>
            <a:ext cx="12250572" cy="815975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[BACAANKEDUA] </a:t>
            </a: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([SECONDREADING]) 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8B8417-3139-0EB2-BDF3-87159316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698" y="2806479"/>
            <a:ext cx="7323138" cy="6951669"/>
          </a:xfrm>
        </p:spPr>
        <p:txBody>
          <a:bodyPr/>
          <a:lstStyle>
            <a:lvl1pPr>
              <a:buNone/>
              <a:defRPr sz="4000" b="1">
                <a:solidFill>
                  <a:srgbClr val="48484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C40B9DD-83F8-46A7-7005-A261D8927C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8965" y="2806480"/>
            <a:ext cx="7323138" cy="5613205"/>
          </a:xfrm>
        </p:spPr>
        <p:txBody>
          <a:bodyPr/>
          <a:lstStyle>
            <a:lvl1pPr>
              <a:buNone/>
              <a:defRPr sz="4000">
                <a:solidFill>
                  <a:srgbClr val="7B144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895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s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0;p15">
            <a:extLst>
              <a:ext uri="{FF2B5EF4-FFF2-40B4-BE49-F238E27FC236}">
                <a16:creationId xmlns:a16="http://schemas.microsoft.com/office/drawing/2014/main" id="{7135344D-D6EF-9C9D-288B-C5B14E3028AC}"/>
              </a:ext>
            </a:extLst>
          </p:cNvPr>
          <p:cNvSpPr txBox="1"/>
          <p:nvPr userDrawn="1"/>
        </p:nvSpPr>
        <p:spPr>
          <a:xfrm>
            <a:off x="1028698" y="1087448"/>
            <a:ext cx="10946991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BACAAN INJIL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GOSPEL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221;p15">
            <a:extLst>
              <a:ext uri="{FF2B5EF4-FFF2-40B4-BE49-F238E27FC236}">
                <a16:creationId xmlns:a16="http://schemas.microsoft.com/office/drawing/2014/main" id="{EB614EC9-05EF-E8E5-4FA3-5B5D0F1FA83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22;p15">
            <a:extLst>
              <a:ext uri="{FF2B5EF4-FFF2-40B4-BE49-F238E27FC236}">
                <a16:creationId xmlns:a16="http://schemas.microsoft.com/office/drawing/2014/main" id="{09B61A98-D2A6-4AFF-4908-0A10A7B43EF7}"/>
              </a:ext>
            </a:extLst>
          </p:cNvPr>
          <p:cNvSpPr txBox="1"/>
          <p:nvPr userDrawn="1"/>
        </p:nvSpPr>
        <p:spPr>
          <a:xfrm>
            <a:off x="11146971" y="8799219"/>
            <a:ext cx="61123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8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UMAT DUDUK </a:t>
            </a:r>
            <a:r>
              <a:rPr lang="en-US" sz="3500" b="0" i="1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 SIT</a:t>
            </a:r>
            <a:r>
              <a:rPr lang="en-US" sz="3500" b="1" i="0" u="none" strike="noStrike" cap="none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C10095-AC26-71FB-4EF7-775E12C80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1511300"/>
            <a:ext cx="12250572" cy="815975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[INJIL] </a:t>
            </a: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([GOSPEL]) 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8B8417-3139-0EB2-BDF3-87159316B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698" y="2806479"/>
            <a:ext cx="7323138" cy="6951669"/>
          </a:xfrm>
        </p:spPr>
        <p:txBody>
          <a:bodyPr/>
          <a:lstStyle>
            <a:lvl1pPr>
              <a:buNone/>
              <a:defRPr sz="4000" b="1">
                <a:solidFill>
                  <a:srgbClr val="484848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C40B9DD-83F8-46A7-7005-A261D8927C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8965" y="2806480"/>
            <a:ext cx="7323138" cy="5613205"/>
          </a:xfrm>
        </p:spPr>
        <p:txBody>
          <a:bodyPr/>
          <a:lstStyle>
            <a:lvl1pPr>
              <a:buNone/>
              <a:defRPr sz="4000">
                <a:solidFill>
                  <a:srgbClr val="7B144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452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al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2;p20">
            <a:extLst>
              <a:ext uri="{FF2B5EF4-FFF2-40B4-BE49-F238E27FC236}">
                <a16:creationId xmlns:a16="http://schemas.microsoft.com/office/drawing/2014/main" id="{874199A9-B7A3-79F7-A174-B28BF41515BA}"/>
              </a:ext>
            </a:extLst>
          </p:cNvPr>
          <p:cNvSpPr txBox="1"/>
          <p:nvPr userDrawn="1"/>
        </p:nvSpPr>
        <p:spPr>
          <a:xfrm>
            <a:off x="1028699" y="1087448"/>
            <a:ext cx="10408558" cy="95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MAZMUR TANGGAPAN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RESPONSORIAL PSALM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9"/>
              <a:buFont typeface="Arial"/>
              <a:buNone/>
            </a:pPr>
            <a:r>
              <a:rPr lang="en-US" sz="34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MAZMUR </a:t>
            </a:r>
            <a:r>
              <a:rPr lang="en-US" sz="34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(PSALM)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265;p20">
            <a:extLst>
              <a:ext uri="{FF2B5EF4-FFF2-40B4-BE49-F238E27FC236}">
                <a16:creationId xmlns:a16="http://schemas.microsoft.com/office/drawing/2014/main" id="{3C178739-9B4F-2A22-7513-F29051A3B4A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992350" y="1072986"/>
            <a:ext cx="2305050" cy="81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D174D1-4650-AC48-3EA5-219C833E3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42061" y="1395118"/>
            <a:ext cx="4352063" cy="53181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Chapter:Verses</a:t>
            </a:r>
            <a:r>
              <a:rPr lang="en-US" sz="3200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GB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6816DAA-188C-3762-1EB4-C1824AE7AE9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8700" y="2606675"/>
            <a:ext cx="16268700" cy="2947988"/>
          </a:xfrm>
        </p:spPr>
        <p:txBody>
          <a:bodyPr/>
          <a:lstStyle/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497D4E6-2709-B9AC-8B2A-E5B972F51C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8700" y="5949950"/>
            <a:ext cx="7296150" cy="3986213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1" i="0" u="none" strike="noStrike" cap="none" dirty="0" err="1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MazmurIndo</a:t>
            </a:r>
            <a:r>
              <a:rPr lang="en-US" sz="3200" b="1" i="0" u="none" strike="noStrike" cap="none" dirty="0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35A45F-0334-43F5-7F6B-55A87E322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0" y="5949950"/>
            <a:ext cx="7437438" cy="3986213"/>
          </a:xfrm>
        </p:spPr>
        <p:txBody>
          <a:bodyPr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/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3200" b="0" i="0" u="none" strike="noStrike" cap="none" dirty="0" err="1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PsalmEnglish</a:t>
            </a: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380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lu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0D2E71-58A9-41EA-E368-5B8AACCBE7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8700" y="5143500"/>
            <a:ext cx="7475538" cy="4573588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1" dirty="0">
                <a:solidFill>
                  <a:srgbClr val="484848"/>
                </a:solidFill>
              </a:rPr>
              <a:t>[Ayat]</a:t>
            </a: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endParaRPr lang="en-GB" dirty="0"/>
          </a:p>
        </p:txBody>
      </p:sp>
      <p:sp>
        <p:nvSpPr>
          <p:cNvPr id="7" name="Google Shape;314;p31">
            <a:extLst>
              <a:ext uri="{FF2B5EF4-FFF2-40B4-BE49-F238E27FC236}">
                <a16:creationId xmlns:a16="http://schemas.microsoft.com/office/drawing/2014/main" id="{EB35AA98-E1D5-EE10-0257-E6B45260EB10}"/>
              </a:ext>
            </a:extLst>
          </p:cNvPr>
          <p:cNvSpPr txBox="1"/>
          <p:nvPr userDrawn="1"/>
        </p:nvSpPr>
        <p:spPr>
          <a:xfrm>
            <a:off x="1028699" y="1087448"/>
            <a:ext cx="10408558" cy="4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9"/>
              <a:buFont typeface="Arial"/>
              <a:buNone/>
            </a:pPr>
            <a:r>
              <a:rPr lang="en-US" sz="2749" b="1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ALLELUIA </a:t>
            </a:r>
            <a:r>
              <a:rPr lang="en-US" sz="2749" b="0" i="1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GOSPEL ACCLAMATION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4A47D02-92DA-4ED1-5D9A-04DCE8EE44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8725" y="1965325"/>
            <a:ext cx="16076613" cy="2701925"/>
          </a:xfrm>
        </p:spPr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786889B-A77F-E480-ACE9-F9B0CF845D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8088" y="5143500"/>
            <a:ext cx="7931150" cy="4573588"/>
          </a:xfrm>
        </p:spPr>
        <p:txBody>
          <a:bodyPr/>
          <a:lstStyle>
            <a:lvl1pPr marL="457200" marR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lvl1pPr>
          </a:lstStyle>
          <a:p>
            <a:pPr marL="457200" marR="0" lvl="0" indent="-4318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tabLst/>
              <a:defRPr/>
            </a:pPr>
            <a:r>
              <a:rPr lang="en-US" sz="3200" b="0" i="0" u="none" strike="noStrike" cap="none" dirty="0">
                <a:solidFill>
                  <a:srgbClr val="7B1440"/>
                </a:solidFill>
                <a:latin typeface="Arial"/>
                <a:ea typeface="Arial"/>
                <a:cs typeface="Arial"/>
                <a:sym typeface="Arial"/>
              </a:rPr>
              <a:t>[Acclamation]</a:t>
            </a: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20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Titie</dc:creator>
  <cp:lastModifiedBy>Alexander Bravo Purnomo</cp:lastModifiedBy>
  <cp:revision>31</cp:revision>
  <dcterms:created xsi:type="dcterms:W3CDTF">2006-08-16T00:00:00Z</dcterms:created>
  <dcterms:modified xsi:type="dcterms:W3CDTF">2025-11-01T05:45:16Z</dcterms:modified>
</cp:coreProperties>
</file>